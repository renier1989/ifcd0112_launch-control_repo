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36"/>
  </p:notesMasterIdLst>
  <p:handoutMasterIdLst>
    <p:handoutMasterId r:id="rId37"/>
  </p:handoutMasterIdLst>
  <p:sldIdLst>
    <p:sldId id="256" r:id="rId5"/>
    <p:sldId id="532" r:id="rId6"/>
    <p:sldId id="522" r:id="rId7"/>
    <p:sldId id="533" r:id="rId8"/>
    <p:sldId id="534" r:id="rId9"/>
    <p:sldId id="538" r:id="rId10"/>
    <p:sldId id="523" r:id="rId11"/>
    <p:sldId id="535" r:id="rId12"/>
    <p:sldId id="536" r:id="rId13"/>
    <p:sldId id="537" r:id="rId14"/>
    <p:sldId id="524" r:id="rId15"/>
    <p:sldId id="525" r:id="rId16"/>
    <p:sldId id="539" r:id="rId17"/>
    <p:sldId id="540" r:id="rId18"/>
    <p:sldId id="541" r:id="rId19"/>
    <p:sldId id="526" r:id="rId20"/>
    <p:sldId id="542" r:id="rId21"/>
    <p:sldId id="543" r:id="rId22"/>
    <p:sldId id="544" r:id="rId23"/>
    <p:sldId id="545" r:id="rId24"/>
    <p:sldId id="527" r:id="rId25"/>
    <p:sldId id="546" r:id="rId26"/>
    <p:sldId id="528" r:id="rId27"/>
    <p:sldId id="547" r:id="rId28"/>
    <p:sldId id="548" r:id="rId29"/>
    <p:sldId id="549" r:id="rId30"/>
    <p:sldId id="529" r:id="rId31"/>
    <p:sldId id="550" r:id="rId32"/>
    <p:sldId id="551" r:id="rId33"/>
    <p:sldId id="552" r:id="rId34"/>
    <p:sldId id="521" r:id="rId35"/>
  </p:sldIdLst>
  <p:sldSz cx="9144000" cy="6858000" type="screen4x3"/>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TmrijMTc47fv1i79ZHsVeg==" hashData="yyBrw1Ts5XYx4Mb4BKKrLzbSAv0QH80ID19RVwdtitnEd3dFhQ7WpKysf8z6LY3QQcECbyTP3l8RmhHddW4hog=="/>
  <p:extLst>
    <p:ext uri="{EFAFB233-063F-42B5-8137-9DF3F51BA10A}">
      <p15:sldGuideLst xmlns:p15="http://schemas.microsoft.com/office/powerpoint/2012/main">
        <p15:guide id="1" orient="horz" pos="33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EBF6"/>
    <a:srgbClr val="012143"/>
    <a:srgbClr val="39C642"/>
    <a:srgbClr val="32CEB7"/>
    <a:srgbClr val="00CC66"/>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94678" autoAdjust="0"/>
  </p:normalViewPr>
  <p:slideViewPr>
    <p:cSldViewPr snapToGrid="0">
      <p:cViewPr varScale="1">
        <p:scale>
          <a:sx n="111" d="100"/>
          <a:sy n="111" d="100"/>
        </p:scale>
        <p:origin x="1589" y="86"/>
      </p:cViewPr>
      <p:guideLst>
        <p:guide orient="horz" pos="3360"/>
        <p:guide pos="2880"/>
      </p:guideLst>
    </p:cSldViewPr>
  </p:slideViewPr>
  <p:notesTextViewPr>
    <p:cViewPr>
      <p:scale>
        <a:sx n="1" d="1"/>
        <a:sy n="1" d="1"/>
      </p:scale>
      <p:origin x="0" y="0"/>
    </p:cViewPr>
  </p:notesTextViewPr>
  <p:notesViewPr>
    <p:cSldViewPr snapToGrid="0">
      <p:cViewPr>
        <p:scale>
          <a:sx n="1" d="2"/>
          <a:sy n="1" d="2"/>
        </p:scale>
        <p:origin x="3882" y="133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fecha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A449ECEF-3E94-4732-BFC3-464D975639BA}" type="datetime1">
              <a:rPr lang="es-ES" smtClean="0"/>
              <a:t>28/04/2026</a:t>
            </a:fld>
            <a:endParaRPr lang="es-ES" dirty="0"/>
          </a:p>
        </p:txBody>
      </p:sp>
      <p:sp>
        <p:nvSpPr>
          <p:cNvPr id="4" name="Marcador de pie de página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número de diapositiva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s-ES" smtClean="0"/>
              <a:t>‹Nº›</a:t>
            </a:fld>
            <a:endParaRPr lang="es-E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53551-E181-4730-A9E5-DB7143B35D46}" type="datetime1">
              <a:rPr lang="es-ES" smtClean="0"/>
              <a:pPr/>
              <a:t>28/04/2026</a:t>
            </a:fld>
            <a:endParaRPr lang="es-ES" dirty="0"/>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es-ES" noProof="0" smtClean="0"/>
              <a:t>‹Nº›</a:t>
            </a:fld>
            <a:endParaRPr lang="es-ES" noProof="0"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rtl="0"/>
            <a:fld id="{D4B9A9E5-4F7F-4A7D-9DE1-899232329269}" type="slidenum">
              <a:rPr lang="es-ES" smtClean="0"/>
              <a:t>1</a:t>
            </a:fld>
            <a:endParaRPr lang="es-ES" dirty="0"/>
          </a:p>
        </p:txBody>
      </p:sp>
    </p:spTree>
    <p:extLst>
      <p:ext uri="{BB962C8B-B14F-4D97-AF65-F5344CB8AC3E}">
        <p14:creationId xmlns:p14="http://schemas.microsoft.com/office/powerpoint/2010/main" val="35614011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812031" y="4434840"/>
            <a:ext cx="3706328" cy="1122202"/>
          </a:xfrm>
        </p:spPr>
        <p:txBody>
          <a:bodyPr rtlCol="0" anchor="b">
            <a:noAutofit/>
          </a:bodyPr>
          <a:lstStyle>
            <a:lvl1pPr algn="l">
              <a:defRPr sz="2700" cap="all" spc="113" baseline="0">
                <a:solidFill>
                  <a:schemeClr val="tx1">
                    <a:lumMod val="75000"/>
                    <a:lumOff val="25000"/>
                  </a:schemeClr>
                </a:solidFill>
              </a:defRPr>
            </a:lvl1pPr>
          </a:lstStyle>
          <a:p>
            <a:pPr rtl="0"/>
            <a:r>
              <a:rPr lang="es-ES" noProof="0"/>
              <a:t>HAGA CLIC PARA EDITAR EL ESTILO DEL TÍTULO DEL PATRÓN</a:t>
            </a:r>
          </a:p>
        </p:txBody>
      </p:sp>
      <p:sp>
        <p:nvSpPr>
          <p:cNvPr id="3" name="Subtítulo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812031" y="5586890"/>
            <a:ext cx="3706328" cy="396660"/>
          </a:xfrm>
        </p:spPr>
        <p:txBody>
          <a:bodyPr rtlCol="0">
            <a:normAutofit/>
          </a:bodyPr>
          <a:lstStyle>
            <a:lvl1pPr marL="0" indent="0" algn="l">
              <a:lnSpc>
                <a:spcPct val="100000"/>
              </a:lnSpc>
              <a:buNone/>
              <a:defRPr sz="120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rtl="0"/>
            <a:r>
              <a:rPr lang="es-ES" noProof="0"/>
              <a:t>Haga clic para editar el estilo de subtítulo del patrón</a:t>
            </a:r>
          </a:p>
        </p:txBody>
      </p:sp>
      <p:pic>
        <p:nvPicPr>
          <p:cNvPr id="8" name="Gráfico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1"/>
            <a:ext cx="7116234"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ograma">
    <p:bg>
      <p:bgPr>
        <a:solidFill>
          <a:schemeClr val="bg1"/>
        </a:solidFill>
        <a:effectLst/>
      </p:bgPr>
    </p:bg>
    <p:spTree>
      <p:nvGrpSpPr>
        <p:cNvPr id="1" name=""/>
        <p:cNvGrpSpPr/>
        <p:nvPr/>
      </p:nvGrpSpPr>
      <p:grpSpPr>
        <a:xfrm>
          <a:off x="0" y="0"/>
          <a:ext cx="0" cy="0"/>
          <a:chOff x="0" y="0"/>
          <a:chExt cx="0" cy="0"/>
        </a:xfrm>
      </p:grpSpPr>
      <p:pic>
        <p:nvPicPr>
          <p:cNvPr id="8" name="Gráfico 7">
            <a:extLst>
              <a:ext uri="{FF2B5EF4-FFF2-40B4-BE49-F238E27FC236}">
                <a16:creationId xmlns:a16="http://schemas.microsoft.com/office/drawing/2014/main" id="{D514C6BF-376E-43E8-881D-2E767426990A}"/>
              </a:ext>
            </a:extLst>
          </p:cNvPr>
          <p:cNvPicPr>
            <a:picLocks noChangeAspect="1"/>
          </p:cNvPicPr>
          <p:nvPr/>
        </p:nvPicPr>
        <p:blipFill rotWithShape="1">
          <a:blip>
            <a:alphaModFix amt="29000"/>
            <a:extLst>
              <a:ext uri="{96DAC541-7B7A-43D3-8B79-37D633B846F1}">
                <asvg:svgBlip xmlns:asvg="http://schemas.microsoft.com/office/drawing/2016/SVG/main" r:embed="rId2"/>
              </a:ext>
            </a:extLst>
          </a:blip>
          <a:srcRect t="18301" r="28341" b="23071"/>
          <a:stretch/>
        </p:blipFill>
        <p:spPr>
          <a:xfrm>
            <a:off x="4116612" y="0"/>
            <a:ext cx="5027389" cy="6858000"/>
          </a:xfrm>
          <a:prstGeom prst="rect">
            <a:avLst/>
          </a:prstGeom>
        </p:spPr>
      </p:pic>
      <p:sp>
        <p:nvSpPr>
          <p:cNvPr id="5" name="Marcador de pie de página 4">
            <a:extLst>
              <a:ext uri="{FF2B5EF4-FFF2-40B4-BE49-F238E27FC236}">
                <a16:creationId xmlns:a16="http://schemas.microsoft.com/office/drawing/2014/main" id="{7727F11D-8AF8-44D6-A48B-D8C7779B8B08}"/>
              </a:ext>
            </a:extLst>
          </p:cNvPr>
          <p:cNvSpPr>
            <a:spLocks noGrp="1"/>
          </p:cNvSpPr>
          <p:nvPr>
            <p:ph type="ftr" sz="quarter" idx="11"/>
          </p:nvPr>
        </p:nvSpPr>
        <p:spPr>
          <a:xfrm>
            <a:off x="3304441" y="6492875"/>
            <a:ext cx="1862132" cy="365125"/>
          </a:xfrm>
        </p:spPr>
        <p:txBody>
          <a:bodyPr rtlCol="0"/>
          <a:lstStyle>
            <a:lvl1pPr>
              <a:defRPr sz="675"/>
            </a:lvl1pPr>
          </a:lstStyle>
          <a:p>
            <a:r>
              <a:rPr lang="es-ES" dirty="0"/>
              <a:t>Juan Marcelo Gutierrez M.</a:t>
            </a:r>
          </a:p>
        </p:txBody>
      </p:sp>
      <p:pic>
        <p:nvPicPr>
          <p:cNvPr id="7" name="Imagen 6">
            <a:extLst>
              <a:ext uri="{FF2B5EF4-FFF2-40B4-BE49-F238E27FC236}">
                <a16:creationId xmlns:a16="http://schemas.microsoft.com/office/drawing/2014/main" id="{E90B896D-69AE-2A40-8DBE-47794C9CF971}"/>
              </a:ext>
            </a:extLst>
          </p:cNvPr>
          <p:cNvPicPr>
            <a:picLocks noChangeAspect="1"/>
          </p:cNvPicPr>
          <p:nvPr userDrawn="1"/>
        </p:nvPicPr>
        <p:blipFill rotWithShape="1">
          <a:blip r:embed="rId3"/>
          <a:srcRect t="19420" b="30870"/>
          <a:stretch/>
        </p:blipFill>
        <p:spPr>
          <a:xfrm>
            <a:off x="69574" y="69574"/>
            <a:ext cx="457200" cy="288236"/>
          </a:xfrm>
          <a:prstGeom prst="rect">
            <a:avLst/>
          </a:prstGeom>
        </p:spPr>
      </p:pic>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scala de tiempo">
    <p:spTree>
      <p:nvGrpSpPr>
        <p:cNvPr id="1" name=""/>
        <p:cNvGrpSpPr/>
        <p:nvPr/>
      </p:nvGrpSpPr>
      <p:grpSpPr>
        <a:xfrm>
          <a:off x="0" y="0"/>
          <a:ext cx="0" cy="0"/>
          <a:chOff x="0" y="0"/>
          <a:chExt cx="0" cy="0"/>
        </a:xfrm>
      </p:grpSpPr>
      <p:sp>
        <p:nvSpPr>
          <p:cNvPr id="12" name="Gráfico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1585413" y="0"/>
            <a:ext cx="7558587"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s-ES" sz="1350" noProof="0" dirty="0"/>
          </a:p>
        </p:txBody>
      </p:sp>
      <p:sp>
        <p:nvSpPr>
          <p:cNvPr id="2" name="Título 1">
            <a:extLst>
              <a:ext uri="{FF2B5EF4-FFF2-40B4-BE49-F238E27FC236}">
                <a16:creationId xmlns:a16="http://schemas.microsoft.com/office/drawing/2014/main" id="{6E3987A5-99A6-4B33-BAAF-53159635382E}"/>
              </a:ext>
            </a:extLst>
          </p:cNvPr>
          <p:cNvSpPr>
            <a:spLocks noGrp="1"/>
          </p:cNvSpPr>
          <p:nvPr>
            <p:ph type="title" hasCustomPrompt="1"/>
          </p:nvPr>
        </p:nvSpPr>
        <p:spPr>
          <a:xfrm>
            <a:off x="628650" y="5509419"/>
            <a:ext cx="3061607" cy="585788"/>
          </a:xfrm>
        </p:spPr>
        <p:txBody>
          <a:bodyPr rtlCol="0">
            <a:normAutofit/>
          </a:bodyPr>
          <a:lstStyle>
            <a:lvl1pPr>
              <a:defRPr lang="en-US" sz="2100" kern="1200" cap="all" spc="113" baseline="0" dirty="0">
                <a:solidFill>
                  <a:schemeClr val="tx1">
                    <a:lumMod val="75000"/>
                    <a:lumOff val="25000"/>
                  </a:schemeClr>
                </a:solidFill>
                <a:latin typeface="+mj-lt"/>
                <a:ea typeface="+mj-ea"/>
                <a:cs typeface="+mj-cs"/>
              </a:defRPr>
            </a:lvl1pPr>
          </a:lstStyle>
          <a:p>
            <a:pPr rtl="0"/>
            <a:r>
              <a:rPr lang="es-ES" noProof="0"/>
              <a:t>HAGA CLIC PARA EDITAR EL TÍTULO</a:t>
            </a:r>
          </a:p>
        </p:txBody>
      </p:sp>
      <p:sp>
        <p:nvSpPr>
          <p:cNvPr id="16" name="Marcador de texto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11239" y="1481138"/>
            <a:ext cx="1606323" cy="514350"/>
          </a:xfrm>
        </p:spPr>
        <p:txBody>
          <a:bodyPr rtlCol="0" anchor="ctr">
            <a:noAutofit/>
          </a:bodyPr>
          <a:lstStyle>
            <a:lvl1pPr marL="0" indent="0" algn="r">
              <a:buNone/>
              <a:defRPr sz="1200" cap="all" spc="113" baseline="0">
                <a:solidFill>
                  <a:schemeClr val="tx1">
                    <a:lumMod val="75000"/>
                    <a:lumOff val="25000"/>
                  </a:schemeClr>
                </a:solidFill>
              </a:defRPr>
            </a:lvl1pPr>
          </a:lstStyle>
          <a:p>
            <a:pPr lvl="0" rtl="0"/>
            <a:r>
              <a:rPr lang="es-ES" noProof="0"/>
              <a:t>HAGA CLIC PARA MODIFICAR LOS ESTILOS DEL TEXTO MAESTRO</a:t>
            </a:r>
          </a:p>
        </p:txBody>
      </p:sp>
      <p:sp>
        <p:nvSpPr>
          <p:cNvPr id="17" name="Marcador de texto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535781" y="2557463"/>
            <a:ext cx="1606323" cy="514350"/>
          </a:xfrm>
        </p:spPr>
        <p:txBody>
          <a:bodyPr rtlCol="0" anchor="ctr">
            <a:noAutofit/>
          </a:bodyPr>
          <a:lstStyle>
            <a:lvl1pPr marL="0" indent="0" algn="r">
              <a:buNone/>
              <a:defRPr sz="1200" cap="all" spc="113" baseline="0">
                <a:solidFill>
                  <a:schemeClr val="tx1">
                    <a:lumMod val="75000"/>
                    <a:lumOff val="25000"/>
                  </a:schemeClr>
                </a:solidFill>
              </a:defRPr>
            </a:lvl1pPr>
          </a:lstStyle>
          <a:p>
            <a:pPr lvl="0" rtl="0"/>
            <a:r>
              <a:rPr lang="es-ES" noProof="0"/>
              <a:t>HAGA CLIC PARA MODIFICAR LOS ESTILOS DEL TEXTO MAESTRO</a:t>
            </a:r>
          </a:p>
        </p:txBody>
      </p:sp>
      <p:sp>
        <p:nvSpPr>
          <p:cNvPr id="18" name="Marcador de texto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990600" y="3633788"/>
            <a:ext cx="1606323" cy="514350"/>
          </a:xfrm>
        </p:spPr>
        <p:txBody>
          <a:bodyPr rtlCol="0" anchor="ctr">
            <a:noAutofit/>
          </a:bodyPr>
          <a:lstStyle>
            <a:lvl1pPr marL="0" indent="0" algn="r">
              <a:buNone/>
              <a:defRPr sz="1200" cap="all" spc="113" baseline="0">
                <a:solidFill>
                  <a:schemeClr val="tx1">
                    <a:lumMod val="75000"/>
                    <a:lumOff val="25000"/>
                  </a:schemeClr>
                </a:solidFill>
              </a:defRPr>
            </a:lvl1pPr>
          </a:lstStyle>
          <a:p>
            <a:pPr lvl="0" rtl="0"/>
            <a:r>
              <a:rPr lang="es-ES" noProof="0"/>
              <a:t>HAGA CLIC PARA MODIFICAR LOS ESTILOS DEL TEXTO MAESTRO</a:t>
            </a:r>
          </a:p>
        </p:txBody>
      </p:sp>
      <p:sp>
        <p:nvSpPr>
          <p:cNvPr id="19" name="Marcador de texto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428750" y="4710114"/>
            <a:ext cx="1606323" cy="514350"/>
          </a:xfrm>
        </p:spPr>
        <p:txBody>
          <a:bodyPr rtlCol="0" anchor="ctr">
            <a:noAutofit/>
          </a:bodyPr>
          <a:lstStyle>
            <a:lvl1pPr marL="0" indent="0" algn="r">
              <a:buNone/>
              <a:defRPr sz="1200" cap="all" spc="113" baseline="0">
                <a:solidFill>
                  <a:schemeClr val="tx1">
                    <a:lumMod val="75000"/>
                    <a:lumOff val="25000"/>
                  </a:schemeClr>
                </a:solidFill>
              </a:defRPr>
            </a:lvl1pPr>
          </a:lstStyle>
          <a:p>
            <a:pPr lvl="0" rtl="0"/>
            <a:r>
              <a:rPr lang="es-ES" noProof="0"/>
              <a:t>HAGA CLIC PARA MODIFICAR LOS ESTILOS DEL TEXTO MAESTRO</a:t>
            </a:r>
          </a:p>
        </p:txBody>
      </p:sp>
      <p:sp>
        <p:nvSpPr>
          <p:cNvPr id="34" name="Marcador de texto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3301152" y="1594478"/>
            <a:ext cx="4154321" cy="1010842"/>
          </a:xfrm>
        </p:spPr>
        <p:txBody>
          <a:bodyPr rtlCol="0" anchor="t">
            <a:normAutofit/>
          </a:bodyPr>
          <a:lstStyle>
            <a:lvl1pPr marL="0" indent="0" algn="l">
              <a:lnSpc>
                <a:spcPct val="100000"/>
              </a:lnSpc>
              <a:buNone/>
              <a:defRPr sz="1050" spc="38" baseline="0">
                <a:solidFill>
                  <a:schemeClr val="tx1">
                    <a:lumMod val="75000"/>
                    <a:lumOff val="25000"/>
                  </a:schemeClr>
                </a:solidFill>
              </a:defRPr>
            </a:lvl1pPr>
          </a:lstStyle>
          <a:p>
            <a:pPr lvl="0" rtl="0"/>
            <a:r>
              <a:rPr lang="es-ES" noProof="0"/>
              <a:t>Haga clic para modificar los estilos del texto maestro</a:t>
            </a:r>
          </a:p>
        </p:txBody>
      </p:sp>
      <p:sp>
        <p:nvSpPr>
          <p:cNvPr id="35" name="Marcador de texto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3739522" y="2682564"/>
            <a:ext cx="4154321" cy="1010842"/>
          </a:xfrm>
        </p:spPr>
        <p:txBody>
          <a:bodyPr rtlCol="0" anchor="t">
            <a:normAutofit/>
          </a:bodyPr>
          <a:lstStyle>
            <a:lvl1pPr marL="0" indent="0" algn="l">
              <a:lnSpc>
                <a:spcPct val="100000"/>
              </a:lnSpc>
              <a:buNone/>
              <a:defRPr sz="1050" spc="38" baseline="0">
                <a:solidFill>
                  <a:schemeClr val="tx1">
                    <a:lumMod val="75000"/>
                    <a:lumOff val="25000"/>
                  </a:schemeClr>
                </a:solidFill>
              </a:defRPr>
            </a:lvl1pPr>
          </a:lstStyle>
          <a:p>
            <a:pPr lvl="0" rtl="0"/>
            <a:r>
              <a:rPr lang="es-ES" noProof="0"/>
              <a:t>Haga clic para modificar los estilos del texto maestro</a:t>
            </a:r>
          </a:p>
        </p:txBody>
      </p:sp>
      <p:sp>
        <p:nvSpPr>
          <p:cNvPr id="36" name="Marcador de texto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4182703" y="3755394"/>
            <a:ext cx="4154321" cy="1010842"/>
          </a:xfrm>
        </p:spPr>
        <p:txBody>
          <a:bodyPr rtlCol="0" anchor="t">
            <a:normAutofit/>
          </a:bodyPr>
          <a:lstStyle>
            <a:lvl1pPr marL="0" indent="0" algn="l">
              <a:lnSpc>
                <a:spcPct val="100000"/>
              </a:lnSpc>
              <a:buNone/>
              <a:defRPr sz="1050" spc="38" baseline="0">
                <a:solidFill>
                  <a:schemeClr val="tx1">
                    <a:lumMod val="75000"/>
                    <a:lumOff val="25000"/>
                  </a:schemeClr>
                </a:solidFill>
              </a:defRPr>
            </a:lvl1pPr>
          </a:lstStyle>
          <a:p>
            <a:pPr lvl="0" rtl="0"/>
            <a:r>
              <a:rPr lang="es-ES" noProof="0"/>
              <a:t>Haga clic para modificar los estilos del texto maestro</a:t>
            </a:r>
          </a:p>
        </p:txBody>
      </p:sp>
      <p:sp>
        <p:nvSpPr>
          <p:cNvPr id="37" name="Marcador de texto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4631460" y="4824430"/>
            <a:ext cx="4154321" cy="1010842"/>
          </a:xfrm>
        </p:spPr>
        <p:txBody>
          <a:bodyPr rtlCol="0" anchor="t">
            <a:normAutofit/>
          </a:bodyPr>
          <a:lstStyle>
            <a:lvl1pPr marL="0" indent="0" algn="l">
              <a:lnSpc>
                <a:spcPct val="100000"/>
              </a:lnSpc>
              <a:buNone/>
              <a:defRPr sz="1050" spc="38" baseline="0">
                <a:solidFill>
                  <a:schemeClr val="tx1">
                    <a:lumMod val="75000"/>
                    <a:lumOff val="25000"/>
                  </a:schemeClr>
                </a:solidFill>
              </a:defRPr>
            </a:lvl1pPr>
          </a:lstStyle>
          <a:p>
            <a:pPr lvl="0" rtl="0"/>
            <a:r>
              <a:rPr lang="es-ES" noProof="0"/>
              <a:t>Haga clic para modificar los estilos del texto maestro</a:t>
            </a:r>
          </a:p>
        </p:txBody>
      </p:sp>
      <p:cxnSp>
        <p:nvCxnSpPr>
          <p:cNvPr id="3" name="Conector recto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3265137" y="5023933"/>
            <a:ext cx="1134908"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Conector recto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2819938" y="3948451"/>
            <a:ext cx="1134908"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Conector recto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2380090" y="2872686"/>
            <a:ext cx="1134908"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Conector recto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1939698" y="1796083"/>
            <a:ext cx="1134908"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Marcador de fecha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675">
                <a:solidFill>
                  <a:srgbClr val="898989"/>
                </a:solidFill>
              </a:defRPr>
            </a:lvl1pPr>
          </a:lstStyle>
          <a:p>
            <a:pPr rtl="0"/>
            <a:r>
              <a:rPr lang="es-ES" noProof="0" dirty="0"/>
              <a:t>20XX</a:t>
            </a:r>
          </a:p>
        </p:txBody>
      </p:sp>
      <p:sp>
        <p:nvSpPr>
          <p:cNvPr id="6" name="Marcador de pie de página 5">
            <a:extLst>
              <a:ext uri="{FF2B5EF4-FFF2-40B4-BE49-F238E27FC236}">
                <a16:creationId xmlns:a16="http://schemas.microsoft.com/office/drawing/2014/main" id="{6C710A8A-CEC9-4787-A745-C28DD965F7DD}"/>
              </a:ext>
            </a:extLst>
          </p:cNvPr>
          <p:cNvSpPr>
            <a:spLocks noGrp="1"/>
          </p:cNvSpPr>
          <p:nvPr>
            <p:ph type="ftr" sz="quarter" idx="11"/>
          </p:nvPr>
        </p:nvSpPr>
        <p:spPr>
          <a:xfrm>
            <a:off x="4616867" y="6356351"/>
            <a:ext cx="1356534" cy="365125"/>
          </a:xfrm>
        </p:spPr>
        <p:txBody>
          <a:bodyPr rtlCol="0"/>
          <a:lstStyle>
            <a:lvl1pPr algn="l">
              <a:defRPr sz="675"/>
            </a:lvl1pPr>
          </a:lstStyle>
          <a:p>
            <a:pPr rtl="0"/>
            <a:r>
              <a:rPr lang="es-ES" noProof="0" dirty="0"/>
              <a:t>Presentación para inversores</a:t>
            </a:r>
          </a:p>
        </p:txBody>
      </p:sp>
      <p:sp>
        <p:nvSpPr>
          <p:cNvPr id="7" name="Marcador de número de diapositiva 6">
            <a:extLst>
              <a:ext uri="{FF2B5EF4-FFF2-40B4-BE49-F238E27FC236}">
                <a16:creationId xmlns:a16="http://schemas.microsoft.com/office/drawing/2014/main" id="{4162BD04-8F01-472A-9456-4702A2218BB5}"/>
              </a:ext>
            </a:extLst>
          </p:cNvPr>
          <p:cNvSpPr>
            <a:spLocks noGrp="1"/>
          </p:cNvSpPr>
          <p:nvPr>
            <p:ph type="sldNum" sz="quarter" idx="12"/>
          </p:nvPr>
        </p:nvSpPr>
        <p:spPr>
          <a:xfrm>
            <a:off x="8108156" y="6356351"/>
            <a:ext cx="407194" cy="365125"/>
          </a:xfrm>
        </p:spPr>
        <p:txBody>
          <a:bodyPr rtlCol="0"/>
          <a:lstStyle>
            <a:lvl1pPr>
              <a:defRPr sz="675"/>
            </a:lvl1pPr>
          </a:lstStyle>
          <a:p>
            <a:pPr rtl="0"/>
            <a:fld id="{B5CEABB6-07DC-46E8-9B57-56EC44A396E5}" type="slidenum">
              <a:rPr lang="es-ES" noProof="0" smtClean="0"/>
              <a:t>‹Nº›</a:t>
            </a:fld>
            <a:endParaRPr lang="es-ES" noProof="0"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lumna de contenido 3">
    <p:bg>
      <p:bgPr>
        <a:solidFill>
          <a:schemeClr val="accent2"/>
        </a:solidFill>
        <a:effectLst/>
      </p:bgPr>
    </p:bg>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42ACEF30-0520-40B3-A1F1-F3D2530563D6}"/>
              </a:ext>
            </a:extLst>
          </p:cNvPr>
          <p:cNvSpPr>
            <a:spLocks noGrp="1"/>
          </p:cNvSpPr>
          <p:nvPr>
            <p:ph type="title" hasCustomPrompt="1"/>
          </p:nvPr>
        </p:nvSpPr>
        <p:spPr>
          <a:xfrm>
            <a:off x="1413867" y="892178"/>
            <a:ext cx="6316266" cy="1325563"/>
          </a:xfrm>
        </p:spPr>
        <p:txBody>
          <a:bodyPr rtlCol="0">
            <a:normAutofit/>
          </a:bodyPr>
          <a:lstStyle>
            <a:lvl1pPr algn="ctr">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MODIFICAR EL ESTILO DEL TÍTULO MAESTRO</a:t>
            </a:r>
          </a:p>
        </p:txBody>
      </p:sp>
      <p:sp>
        <p:nvSpPr>
          <p:cNvPr id="15" name="Marcador de texto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114425" y="2563124"/>
            <a:ext cx="3023959" cy="365125"/>
          </a:xfrm>
        </p:spPr>
        <p:txBody>
          <a:bodyPr rtlCol="0">
            <a:normAutofit/>
          </a:bodyPr>
          <a:lstStyle>
            <a:lvl1pPr marL="0" indent="0" algn="ctr">
              <a:buNone/>
              <a:defRPr lang="en-US" sz="1500" kern="1200"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17" name="Marcador de texto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114248" y="3070348"/>
            <a:ext cx="3023273" cy="1057308"/>
          </a:xfrm>
        </p:spPr>
        <p:txBody>
          <a:bodyPr rtlCol="0">
            <a:normAutofit/>
          </a:bodyPr>
          <a:lstStyle>
            <a:lvl1pPr marL="0" indent="0" algn="ctr">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31" name="Marcador de texto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5004753" y="2563124"/>
            <a:ext cx="3023959" cy="365125"/>
          </a:xfrm>
        </p:spPr>
        <p:txBody>
          <a:bodyPr rtlCol="0">
            <a:normAutofit/>
          </a:bodyPr>
          <a:lstStyle>
            <a:lvl1pPr marL="0" indent="0" algn="ctr">
              <a:buNone/>
              <a:defRPr lang="en-US" sz="1500" kern="1200" spc="113" baseline="0" dirty="0">
                <a:solidFill>
                  <a:schemeClr val="tx1">
                    <a:lumMod val="75000"/>
                    <a:lumOff val="25000"/>
                  </a:schemeClr>
                </a:solidFill>
                <a:latin typeface="+mj-lt"/>
                <a:ea typeface="+mj-ea"/>
                <a:cs typeface="+mj-cs"/>
              </a:defRPr>
            </a:lvl1pPr>
          </a:lstStyle>
          <a:p>
            <a:pPr marL="0" lvl="0" indent="0" algn="l" defTabSz="685800" rtl="0" eaLnBrk="1" latinLnBrk="0" hangingPunct="1">
              <a:lnSpc>
                <a:spcPct val="90000"/>
              </a:lnSpc>
              <a:spcBef>
                <a:spcPts val="750"/>
              </a:spcBef>
              <a:buFont typeface="Arial" panose="020B0604020202020204" pitchFamily="34" charset="0"/>
              <a:buNone/>
            </a:pPr>
            <a:r>
              <a:rPr lang="es-ES" noProof="0"/>
              <a:t>HAGA CLIC PARA AGREGAR UN SUBTÍTULO</a:t>
            </a:r>
          </a:p>
        </p:txBody>
      </p:sp>
      <p:sp>
        <p:nvSpPr>
          <p:cNvPr id="32" name="Marcador de texto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5004857" y="3070348"/>
            <a:ext cx="3023273" cy="1057308"/>
          </a:xfrm>
        </p:spPr>
        <p:txBody>
          <a:bodyPr rtlCol="0">
            <a:normAutofit/>
          </a:bodyPr>
          <a:lstStyle>
            <a:lvl1pPr marL="0" indent="0" algn="ctr">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33" name="Marcador de texto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114425" y="4319432"/>
            <a:ext cx="3023959" cy="365125"/>
          </a:xfrm>
        </p:spPr>
        <p:txBody>
          <a:bodyPr rtlCol="0">
            <a:normAutofit/>
          </a:bodyPr>
          <a:lstStyle>
            <a:lvl1pPr marL="0" indent="0" algn="ctr">
              <a:buNone/>
              <a:defRPr lang="en-US" sz="1500" kern="1200" spc="113" baseline="0" dirty="0">
                <a:solidFill>
                  <a:schemeClr val="tx1">
                    <a:lumMod val="75000"/>
                    <a:lumOff val="25000"/>
                  </a:schemeClr>
                </a:solidFill>
                <a:latin typeface="+mj-lt"/>
                <a:ea typeface="+mj-ea"/>
                <a:cs typeface="+mj-cs"/>
              </a:defRPr>
            </a:lvl1pPr>
          </a:lstStyle>
          <a:p>
            <a:pPr marL="0" lvl="0" indent="0" algn="l" defTabSz="685800" rtl="0" eaLnBrk="1" latinLnBrk="0" hangingPunct="1">
              <a:lnSpc>
                <a:spcPct val="90000"/>
              </a:lnSpc>
              <a:spcBef>
                <a:spcPts val="750"/>
              </a:spcBef>
              <a:buFont typeface="Arial" panose="020B0604020202020204" pitchFamily="34" charset="0"/>
              <a:buNone/>
            </a:pPr>
            <a:r>
              <a:rPr lang="es-ES" noProof="0"/>
              <a:t>HAGA CLIC PARA AGREGAR UN SUBTÍTULO</a:t>
            </a:r>
          </a:p>
        </p:txBody>
      </p:sp>
      <p:sp>
        <p:nvSpPr>
          <p:cNvPr id="34" name="Marcador de texto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114809" y="4826656"/>
            <a:ext cx="3023273" cy="1057308"/>
          </a:xfrm>
        </p:spPr>
        <p:txBody>
          <a:bodyPr rtlCol="0">
            <a:normAutofit/>
          </a:bodyPr>
          <a:lstStyle>
            <a:lvl1pPr marL="0" indent="0" algn="ctr">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12" name="Marcador de texto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5004473" y="4319432"/>
            <a:ext cx="3023959" cy="365125"/>
          </a:xfrm>
        </p:spPr>
        <p:txBody>
          <a:bodyPr rtlCol="0">
            <a:normAutofit/>
          </a:bodyPr>
          <a:lstStyle>
            <a:lvl1pPr marL="0" indent="0" algn="ctr">
              <a:buNone/>
              <a:defRPr lang="en-US" sz="1500" kern="1200" spc="113" baseline="0" dirty="0">
                <a:solidFill>
                  <a:schemeClr val="tx1">
                    <a:lumMod val="75000"/>
                    <a:lumOff val="25000"/>
                  </a:schemeClr>
                </a:solidFill>
                <a:latin typeface="+mj-lt"/>
                <a:ea typeface="+mj-ea"/>
                <a:cs typeface="+mj-cs"/>
              </a:defRPr>
            </a:lvl1pPr>
          </a:lstStyle>
          <a:p>
            <a:pPr marL="0" lvl="0" indent="0" algn="l" defTabSz="685800" rtl="0" eaLnBrk="1" latinLnBrk="0" hangingPunct="1">
              <a:lnSpc>
                <a:spcPct val="90000"/>
              </a:lnSpc>
              <a:spcBef>
                <a:spcPts val="750"/>
              </a:spcBef>
              <a:buFont typeface="Arial" panose="020B0604020202020204" pitchFamily="34" charset="0"/>
              <a:buNone/>
            </a:pPr>
            <a:r>
              <a:rPr lang="es-ES" noProof="0"/>
              <a:t>HAGA CLIC PARA AGREGAR UN SUBTÍTULO</a:t>
            </a:r>
          </a:p>
        </p:txBody>
      </p:sp>
      <p:sp>
        <p:nvSpPr>
          <p:cNvPr id="13" name="Marcador de texto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5004857" y="4826656"/>
            <a:ext cx="3023273" cy="1057308"/>
          </a:xfrm>
        </p:spPr>
        <p:txBody>
          <a:bodyPr rtlCol="0">
            <a:normAutofit/>
          </a:bodyPr>
          <a:lstStyle>
            <a:lvl1pPr marL="0" indent="0" algn="ctr">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3" name="Marcador de fecha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es-ES" noProof="0" dirty="0"/>
              <a:t>20XX</a:t>
            </a:r>
          </a:p>
        </p:txBody>
      </p:sp>
      <p:sp>
        <p:nvSpPr>
          <p:cNvPr id="4" name="Marcador de pie de página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es-ES" noProof="0" dirty="0"/>
              <a:t>Presentación para inversores</a:t>
            </a:r>
          </a:p>
        </p:txBody>
      </p:sp>
      <p:sp>
        <p:nvSpPr>
          <p:cNvPr id="5" name="Marcador de número de diapositiva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es-ES" noProof="0" smtClean="0"/>
              <a:t>‹Nº›</a:t>
            </a:fld>
            <a:endParaRPr lang="es-ES" noProof="0" dirty="0"/>
          </a:p>
        </p:txBody>
      </p:sp>
      <p:cxnSp>
        <p:nvCxnSpPr>
          <p:cNvPr id="2" name="Conector recto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6516291" y="1"/>
            <a:ext cx="2627709"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7290708" y="0"/>
            <a:ext cx="1853293"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áfico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4"/>
            <a:ext cx="1543050" cy="1647825"/>
          </a:xfrm>
          <a:prstGeom prst="rect">
            <a:avLst/>
          </a:prstGeom>
        </p:spPr>
      </p:pic>
      <p:pic>
        <p:nvPicPr>
          <p:cNvPr id="8" name="Gráfico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286750" y="5180889"/>
            <a:ext cx="85725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lumna de contenido 2">
    <p:bg>
      <p:bgPr>
        <a:solidFill>
          <a:schemeClr val="bg1"/>
        </a:solidFill>
        <a:effectLst/>
      </p:bgPr>
    </p:bg>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42ACEF30-0520-40B3-A1F1-F3D2530563D6}"/>
              </a:ext>
            </a:extLst>
          </p:cNvPr>
          <p:cNvSpPr>
            <a:spLocks noGrp="1"/>
          </p:cNvSpPr>
          <p:nvPr>
            <p:ph type="title" hasCustomPrompt="1"/>
          </p:nvPr>
        </p:nvSpPr>
        <p:spPr>
          <a:xfrm>
            <a:off x="1131570" y="4156406"/>
            <a:ext cx="2354580" cy="1325563"/>
          </a:xfrm>
        </p:spPr>
        <p:txBody>
          <a:bodyPr rtlCol="0" anchor="b">
            <a:normAutofit/>
          </a:bodyPr>
          <a:lstStyle>
            <a:lvl1pPr algn="l">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MODIFICAR EL ESTILO DEL TÍTULO MAESTRO</a:t>
            </a:r>
          </a:p>
        </p:txBody>
      </p:sp>
      <p:sp>
        <p:nvSpPr>
          <p:cNvPr id="15" name="Marcador de texto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4441691" y="1530636"/>
            <a:ext cx="4074903" cy="365125"/>
          </a:xfrm>
        </p:spPr>
        <p:txBody>
          <a:bodyPr rtlCol="0">
            <a:normAutofit/>
          </a:bodyPr>
          <a:lstStyle>
            <a:lvl1pPr marL="0" indent="0">
              <a:buNone/>
              <a:defRPr lang="en-US" sz="1500" kern="1200"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17" name="Marcador de texto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4441372" y="1860060"/>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16" name="Marcador de texto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4441691" y="2630432"/>
            <a:ext cx="4074903" cy="365125"/>
          </a:xfrm>
        </p:spPr>
        <p:txBody>
          <a:bodyPr rtlCol="0">
            <a:normAutofit/>
          </a:bodyPr>
          <a:lstStyle>
            <a:lvl1pPr marL="0" indent="0">
              <a:buNone/>
              <a:defRPr lang="en-US" sz="1500" kern="1200"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18" name="Marcador de texto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4441372" y="2959856"/>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19" name="Marcador de texto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4441691" y="3730228"/>
            <a:ext cx="4074903" cy="365125"/>
          </a:xfrm>
        </p:spPr>
        <p:txBody>
          <a:bodyPr rtlCol="0">
            <a:normAutofit/>
          </a:bodyPr>
          <a:lstStyle>
            <a:lvl1pPr marL="0" indent="0">
              <a:buNone/>
              <a:defRPr lang="en-US" sz="1500" kern="1200"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20" name="Marcador de texto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4441372" y="4059652"/>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23" name="Marcador de texto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4440080" y="4830025"/>
            <a:ext cx="4074903" cy="365125"/>
          </a:xfrm>
        </p:spPr>
        <p:txBody>
          <a:bodyPr rtlCol="0">
            <a:normAutofit/>
          </a:bodyPr>
          <a:lstStyle>
            <a:lvl1pPr marL="0" indent="0">
              <a:buNone/>
              <a:defRPr lang="en-US" sz="1500" kern="1200"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24" name="Marcador de texto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4439761" y="5159449"/>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3" name="Marcador de fecha 2">
            <a:extLst>
              <a:ext uri="{FF2B5EF4-FFF2-40B4-BE49-F238E27FC236}">
                <a16:creationId xmlns:a16="http://schemas.microsoft.com/office/drawing/2014/main" id="{98EC90C5-A811-4E5C-ADD1-A89DB4E94DAA}"/>
              </a:ext>
            </a:extLst>
          </p:cNvPr>
          <p:cNvSpPr>
            <a:spLocks noGrp="1"/>
          </p:cNvSpPr>
          <p:nvPr>
            <p:ph type="dt" sz="half" idx="20"/>
          </p:nvPr>
        </p:nvSpPr>
        <p:spPr>
          <a:xfrm>
            <a:off x="4439760" y="6356351"/>
            <a:ext cx="710637" cy="365125"/>
          </a:xfrm>
        </p:spPr>
        <p:txBody>
          <a:bodyPr rtlCol="0"/>
          <a:lstStyle>
            <a:lvl1pPr>
              <a:defRPr sz="675"/>
            </a:lvl1pPr>
          </a:lstStyle>
          <a:p>
            <a:pPr rtl="0"/>
            <a:r>
              <a:rPr lang="es-ES" noProof="0" dirty="0"/>
              <a:t>20XX</a:t>
            </a:r>
          </a:p>
        </p:txBody>
      </p:sp>
      <p:sp>
        <p:nvSpPr>
          <p:cNvPr id="4" name="Marcador de pie de página 3">
            <a:extLst>
              <a:ext uri="{FF2B5EF4-FFF2-40B4-BE49-F238E27FC236}">
                <a16:creationId xmlns:a16="http://schemas.microsoft.com/office/drawing/2014/main" id="{3356B621-AE19-45D3-B25F-23256C242DDD}"/>
              </a:ext>
            </a:extLst>
          </p:cNvPr>
          <p:cNvSpPr>
            <a:spLocks noGrp="1"/>
          </p:cNvSpPr>
          <p:nvPr>
            <p:ph type="ftr" sz="quarter" idx="21"/>
          </p:nvPr>
        </p:nvSpPr>
        <p:spPr>
          <a:xfrm>
            <a:off x="5371466" y="6356351"/>
            <a:ext cx="2432957" cy="365125"/>
          </a:xfrm>
        </p:spPr>
        <p:txBody>
          <a:bodyPr rtlCol="0"/>
          <a:lstStyle>
            <a:lvl1pPr>
              <a:defRPr sz="675"/>
            </a:lvl1pPr>
          </a:lstStyle>
          <a:p>
            <a:pPr rtl="0"/>
            <a:r>
              <a:rPr lang="es-ES" noProof="0" dirty="0"/>
              <a:t>Presentación para inversores</a:t>
            </a:r>
          </a:p>
        </p:txBody>
      </p:sp>
      <p:sp>
        <p:nvSpPr>
          <p:cNvPr id="5" name="Marcador de número de diapositiva 4">
            <a:extLst>
              <a:ext uri="{FF2B5EF4-FFF2-40B4-BE49-F238E27FC236}">
                <a16:creationId xmlns:a16="http://schemas.microsoft.com/office/drawing/2014/main" id="{158BDCB2-D8C3-4571-8154-76BEA9AE41A8}"/>
              </a:ext>
            </a:extLst>
          </p:cNvPr>
          <p:cNvSpPr>
            <a:spLocks noGrp="1"/>
          </p:cNvSpPr>
          <p:nvPr>
            <p:ph type="sldNum" sz="quarter" idx="22"/>
          </p:nvPr>
        </p:nvSpPr>
        <p:spPr>
          <a:xfrm>
            <a:off x="8025493" y="6356351"/>
            <a:ext cx="489857" cy="365125"/>
          </a:xfrm>
        </p:spPr>
        <p:txBody>
          <a:bodyPr rtlCol="0"/>
          <a:lstStyle>
            <a:lvl1pPr>
              <a:defRPr sz="675"/>
            </a:lvl1pPr>
          </a:lstStyle>
          <a:p>
            <a:pPr rtl="0"/>
            <a:fld id="{B5CEABB6-07DC-46E8-9B57-56EC44A396E5}" type="slidenum">
              <a:rPr lang="es-ES" noProof="0" smtClean="0"/>
              <a:pPr rtl="0"/>
              <a:t>‹Nº›</a:t>
            </a:fld>
            <a:endParaRPr lang="es-ES" noProof="0" dirty="0"/>
          </a:p>
        </p:txBody>
      </p:sp>
      <p:pic>
        <p:nvPicPr>
          <p:cNvPr id="2" name="Gráfico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3522" y="-1"/>
            <a:ext cx="3672551"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ción">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A3821F-4537-4AE7-8829-C2E3AE60F6E1}"/>
              </a:ext>
            </a:extLst>
          </p:cNvPr>
          <p:cNvSpPr>
            <a:spLocks noGrp="1"/>
          </p:cNvSpPr>
          <p:nvPr>
            <p:ph type="title" hasCustomPrompt="1"/>
          </p:nvPr>
        </p:nvSpPr>
        <p:spPr>
          <a:xfrm>
            <a:off x="1021556" y="1671639"/>
            <a:ext cx="3833813" cy="1204912"/>
          </a:xfrm>
        </p:spPr>
        <p:txBody>
          <a:bodyPr rtlCol="0" anchor="b">
            <a:normAutofit/>
          </a:bodyPr>
          <a:lstStyle>
            <a:lvl1pPr>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EDITAR EL ESTILO DEL TÍTULO DEL PATRÓN</a:t>
            </a:r>
          </a:p>
        </p:txBody>
      </p:sp>
      <p:sp>
        <p:nvSpPr>
          <p:cNvPr id="3" name="Marcador de texto 2">
            <a:extLst>
              <a:ext uri="{FF2B5EF4-FFF2-40B4-BE49-F238E27FC236}">
                <a16:creationId xmlns:a16="http://schemas.microsoft.com/office/drawing/2014/main" id="{92FD4279-EA62-4397-878A-73F4948DB176}"/>
              </a:ext>
            </a:extLst>
          </p:cNvPr>
          <p:cNvSpPr>
            <a:spLocks noGrp="1"/>
          </p:cNvSpPr>
          <p:nvPr>
            <p:ph type="body" idx="1"/>
          </p:nvPr>
        </p:nvSpPr>
        <p:spPr>
          <a:xfrm>
            <a:off x="1021556" y="3660774"/>
            <a:ext cx="3833813" cy="1525588"/>
          </a:xfrm>
        </p:spPr>
        <p:txBody>
          <a:bodyPr rtlCol="0">
            <a:normAutofit/>
          </a:bodyPr>
          <a:lstStyle>
            <a:lvl1pPr marL="0" indent="0">
              <a:lnSpc>
                <a:spcPct val="100000"/>
              </a:lnSpc>
              <a:buNone/>
              <a:defRPr sz="1050" spc="38" baseline="0">
                <a:solidFill>
                  <a:schemeClr val="tx1">
                    <a:lumMod val="75000"/>
                    <a:lumOff val="2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rtl="0"/>
            <a:r>
              <a:rPr lang="es-ES" noProof="0"/>
              <a:t>Haga clic para modificar los estilos de texto del patrón</a:t>
            </a:r>
          </a:p>
        </p:txBody>
      </p:sp>
      <p:cxnSp>
        <p:nvCxnSpPr>
          <p:cNvPr id="14" name="Conector recto 13">
            <a:extLst>
              <a:ext uri="{FF2B5EF4-FFF2-40B4-BE49-F238E27FC236}">
                <a16:creationId xmlns:a16="http://schemas.microsoft.com/office/drawing/2014/main" id="{49FBD260-5143-4B12-B9F8-33E48D548909}"/>
              </a:ext>
            </a:extLst>
          </p:cNvPr>
          <p:cNvCxnSpPr/>
          <p:nvPr/>
        </p:nvCxnSpPr>
        <p:spPr>
          <a:xfrm>
            <a:off x="6822282" y="1497012"/>
            <a:ext cx="2321719"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D87F08D6-2CA7-4A5A-BE34-07113DCA535D}"/>
              </a:ext>
            </a:extLst>
          </p:cNvPr>
          <p:cNvCxnSpPr/>
          <p:nvPr/>
        </p:nvCxnSpPr>
        <p:spPr>
          <a:xfrm flipH="1">
            <a:off x="5214937" y="-25401"/>
            <a:ext cx="2843213"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Marcador de fecha 6">
            <a:extLst>
              <a:ext uri="{FF2B5EF4-FFF2-40B4-BE49-F238E27FC236}">
                <a16:creationId xmlns:a16="http://schemas.microsoft.com/office/drawing/2014/main" id="{70146B66-4F07-44BE-8AAB-48EA5170DA81}"/>
              </a:ext>
            </a:extLst>
          </p:cNvPr>
          <p:cNvSpPr>
            <a:spLocks noGrp="1"/>
          </p:cNvSpPr>
          <p:nvPr>
            <p:ph type="dt" sz="half" idx="10"/>
          </p:nvPr>
        </p:nvSpPr>
        <p:spPr>
          <a:xfrm>
            <a:off x="628650" y="6356351"/>
            <a:ext cx="2057400" cy="365125"/>
          </a:xfrm>
        </p:spPr>
        <p:txBody>
          <a:bodyPr rtlCol="0"/>
          <a:lstStyle>
            <a:lvl1pPr>
              <a:defRPr sz="675"/>
            </a:lvl1pPr>
          </a:lstStyle>
          <a:p>
            <a:pPr rtl="0"/>
            <a:r>
              <a:rPr lang="es-ES" noProof="0" dirty="0"/>
              <a:t>20XX</a:t>
            </a:r>
          </a:p>
        </p:txBody>
      </p:sp>
      <p:sp>
        <p:nvSpPr>
          <p:cNvPr id="10" name="Marcador de pie de página 7">
            <a:extLst>
              <a:ext uri="{FF2B5EF4-FFF2-40B4-BE49-F238E27FC236}">
                <a16:creationId xmlns:a16="http://schemas.microsoft.com/office/drawing/2014/main" id="{3A927BE5-2F4C-4EBD-9093-C4ED6E3025B1}"/>
              </a:ext>
            </a:extLst>
          </p:cNvPr>
          <p:cNvSpPr>
            <a:spLocks noGrp="1"/>
          </p:cNvSpPr>
          <p:nvPr>
            <p:ph type="ftr" sz="quarter" idx="11"/>
          </p:nvPr>
        </p:nvSpPr>
        <p:spPr>
          <a:xfrm>
            <a:off x="3918348" y="6356351"/>
            <a:ext cx="1307306" cy="365125"/>
          </a:xfrm>
        </p:spPr>
        <p:txBody>
          <a:bodyPr rtlCol="0"/>
          <a:lstStyle>
            <a:lvl1pPr>
              <a:defRPr sz="675"/>
            </a:lvl1pPr>
          </a:lstStyle>
          <a:p>
            <a:pPr rtl="0"/>
            <a:r>
              <a:rPr lang="es-ES" noProof="0" dirty="0"/>
              <a:t>Presentación para inversores</a:t>
            </a:r>
          </a:p>
        </p:txBody>
      </p:sp>
      <p:sp>
        <p:nvSpPr>
          <p:cNvPr id="11" name="Marcador de número de diapositiva 8">
            <a:extLst>
              <a:ext uri="{FF2B5EF4-FFF2-40B4-BE49-F238E27FC236}">
                <a16:creationId xmlns:a16="http://schemas.microsoft.com/office/drawing/2014/main" id="{C4C1336B-CF5E-42FF-80E8-7D33A2D64E17}"/>
              </a:ext>
            </a:extLst>
          </p:cNvPr>
          <p:cNvSpPr>
            <a:spLocks noGrp="1"/>
          </p:cNvSpPr>
          <p:nvPr>
            <p:ph type="sldNum" sz="quarter" idx="12"/>
          </p:nvPr>
        </p:nvSpPr>
        <p:spPr>
          <a:xfrm>
            <a:off x="6457950" y="6356351"/>
            <a:ext cx="2057400" cy="365125"/>
          </a:xfrm>
        </p:spPr>
        <p:txBody>
          <a:bodyPr rtlCol="0"/>
          <a:lstStyle>
            <a:lvl1pPr>
              <a:defRPr sz="675"/>
            </a:lvl1pPr>
          </a:lstStyle>
          <a:p>
            <a:pPr rtl="0"/>
            <a:fld id="{B5CEABB6-07DC-46E8-9B57-56EC44A396E5}" type="slidenum">
              <a:rPr lang="es-ES" noProof="0" smtClean="0"/>
              <a:t>‹Nº›</a:t>
            </a:fld>
            <a:endParaRPr lang="es-ES" noProof="0"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lto de sección">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5243512" y="2571236"/>
            <a:ext cx="3134678" cy="1715531"/>
          </a:xfrm>
        </p:spPr>
        <p:txBody>
          <a:bodyPr rtlCol="0" anchor="ctr">
            <a:noAutofit/>
          </a:bodyPr>
          <a:lstStyle>
            <a:lvl1pPr algn="l">
              <a:defRPr sz="2700" spc="113" baseline="0">
                <a:solidFill>
                  <a:schemeClr val="tx1">
                    <a:lumMod val="75000"/>
                    <a:lumOff val="25000"/>
                  </a:schemeClr>
                </a:solidFill>
              </a:defRPr>
            </a:lvl1pPr>
          </a:lstStyle>
          <a:p>
            <a:pPr rtl="0"/>
            <a:r>
              <a:rPr lang="es-ES" noProof="0"/>
              <a:t>HAGA CLIC PARA MODIFICAR EL ESTILO DEL TÍTULO MAESTRO</a:t>
            </a:r>
          </a:p>
        </p:txBody>
      </p:sp>
      <p:pic>
        <p:nvPicPr>
          <p:cNvPr id="5" name="Gráfico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4407694"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ita">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4186238" cy="6858000"/>
          </a:xfrm>
          <a:prstGeom prst="rect">
            <a:avLst/>
          </a:prstGeom>
        </p:spPr>
      </p:pic>
      <p:sp>
        <p:nvSpPr>
          <p:cNvPr id="2" name="Título 1">
            <a:extLst>
              <a:ext uri="{FF2B5EF4-FFF2-40B4-BE49-F238E27FC236}">
                <a16:creationId xmlns:a16="http://schemas.microsoft.com/office/drawing/2014/main" id="{C2FF67A8-55FA-435D-A18C-96D63D22B53E}"/>
              </a:ext>
            </a:extLst>
          </p:cNvPr>
          <p:cNvSpPr>
            <a:spLocks noGrp="1"/>
          </p:cNvSpPr>
          <p:nvPr>
            <p:ph type="title" hasCustomPrompt="1"/>
          </p:nvPr>
        </p:nvSpPr>
        <p:spPr>
          <a:xfrm>
            <a:off x="4440127" y="1152772"/>
            <a:ext cx="4073978" cy="846301"/>
          </a:xfrm>
        </p:spPr>
        <p:txBody>
          <a:bodyPr rtlCol="0" anchor="t">
            <a:normAutofit/>
          </a:bodyPr>
          <a:lstStyle>
            <a:lvl1pPr>
              <a:defRPr lang="en-US" sz="2100" kern="1200" cap="all" spc="113" baseline="0" dirty="0">
                <a:solidFill>
                  <a:schemeClr val="tx1">
                    <a:lumMod val="75000"/>
                    <a:lumOff val="25000"/>
                  </a:schemeClr>
                </a:solidFill>
                <a:latin typeface="+mj-lt"/>
                <a:ea typeface="+mj-ea"/>
                <a:cs typeface="+mj-cs"/>
              </a:defRPr>
            </a:lvl1pPr>
          </a:lstStyle>
          <a:p>
            <a:pPr rtl="0"/>
            <a:r>
              <a:rPr lang="es-ES" noProof="0"/>
              <a:t>HAGA CLIC PARA EDITAR EL ESTILO DEL TÍTULO DEL PATRÓN</a:t>
            </a:r>
          </a:p>
        </p:txBody>
      </p:sp>
      <p:cxnSp>
        <p:nvCxnSpPr>
          <p:cNvPr id="9" name="Conector recto 8">
            <a:extLst>
              <a:ext uri="{FF2B5EF4-FFF2-40B4-BE49-F238E27FC236}">
                <a16:creationId xmlns:a16="http://schemas.microsoft.com/office/drawing/2014/main" id="{BDAC7E4E-FE06-4E90-8107-6B543E5515ED}"/>
              </a:ext>
            </a:extLst>
          </p:cNvPr>
          <p:cNvCxnSpPr/>
          <p:nvPr/>
        </p:nvCxnSpPr>
        <p:spPr>
          <a:xfrm flipV="1">
            <a:off x="1657350" y="0"/>
            <a:ext cx="18288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Marcador de texto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4441691" y="2469516"/>
            <a:ext cx="4074903" cy="365125"/>
          </a:xfrm>
        </p:spPr>
        <p:txBody>
          <a:bodyPr rtlCol="0">
            <a:normAutofit/>
          </a:bodyPr>
          <a:lstStyle>
            <a:lvl1pPr marL="0" indent="0">
              <a:buNone/>
              <a:defRPr lang="en-US" sz="1500" kern="1200" cap="all"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12" name="Marcador de texto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4441372" y="2798940"/>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13" name="Marcador de texto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4441691" y="3569311"/>
            <a:ext cx="4074903" cy="365125"/>
          </a:xfrm>
        </p:spPr>
        <p:txBody>
          <a:bodyPr rtlCol="0">
            <a:normAutofit/>
          </a:bodyPr>
          <a:lstStyle>
            <a:lvl1pPr marL="0" indent="0">
              <a:buNone/>
              <a:defRPr lang="en-US" sz="1500" kern="1200" cap="all"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14" name="Marcador de texto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4441372" y="3898736"/>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15" name="Marcador de texto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4441691" y="4669108"/>
            <a:ext cx="4074903" cy="365125"/>
          </a:xfrm>
        </p:spPr>
        <p:txBody>
          <a:bodyPr rtlCol="0">
            <a:normAutofit/>
          </a:bodyPr>
          <a:lstStyle>
            <a:lvl1pPr marL="0" indent="0">
              <a:buNone/>
              <a:defRPr lang="en-US" sz="1500" kern="1200" cap="all"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16" name="Marcador de texto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4441372" y="4998532"/>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17" name="Marcador de fecha 2">
            <a:extLst>
              <a:ext uri="{FF2B5EF4-FFF2-40B4-BE49-F238E27FC236}">
                <a16:creationId xmlns:a16="http://schemas.microsoft.com/office/drawing/2014/main" id="{1E25EFF1-65C7-4F93-8740-46885C6BEA57}"/>
              </a:ext>
            </a:extLst>
          </p:cNvPr>
          <p:cNvSpPr>
            <a:spLocks noGrp="1"/>
          </p:cNvSpPr>
          <p:nvPr>
            <p:ph type="dt" sz="half" idx="20"/>
          </p:nvPr>
        </p:nvSpPr>
        <p:spPr>
          <a:xfrm>
            <a:off x="4439760" y="6356351"/>
            <a:ext cx="710637" cy="365125"/>
          </a:xfrm>
        </p:spPr>
        <p:txBody>
          <a:bodyPr rtlCol="0"/>
          <a:lstStyle>
            <a:lvl1pPr>
              <a:defRPr sz="675"/>
            </a:lvl1pPr>
          </a:lstStyle>
          <a:p>
            <a:pPr rtl="0"/>
            <a:r>
              <a:rPr lang="es-ES" noProof="0" dirty="0"/>
              <a:t>20XX</a:t>
            </a:r>
          </a:p>
        </p:txBody>
      </p:sp>
      <p:sp>
        <p:nvSpPr>
          <p:cNvPr id="18" name="Marcador de pie de página 3">
            <a:extLst>
              <a:ext uri="{FF2B5EF4-FFF2-40B4-BE49-F238E27FC236}">
                <a16:creationId xmlns:a16="http://schemas.microsoft.com/office/drawing/2014/main" id="{C16D80BF-B599-4FC0-ABD5-98777872FE5F}"/>
              </a:ext>
            </a:extLst>
          </p:cNvPr>
          <p:cNvSpPr>
            <a:spLocks noGrp="1"/>
          </p:cNvSpPr>
          <p:nvPr>
            <p:ph type="ftr" sz="quarter" idx="21"/>
          </p:nvPr>
        </p:nvSpPr>
        <p:spPr>
          <a:xfrm>
            <a:off x="5371466" y="6356351"/>
            <a:ext cx="2432957" cy="365125"/>
          </a:xfrm>
        </p:spPr>
        <p:txBody>
          <a:bodyPr rtlCol="0"/>
          <a:lstStyle>
            <a:lvl1pPr>
              <a:defRPr sz="675"/>
            </a:lvl1pPr>
          </a:lstStyle>
          <a:p>
            <a:pPr rtl="0"/>
            <a:r>
              <a:rPr lang="es-ES" noProof="0" dirty="0"/>
              <a:t>Presentación para inversores</a:t>
            </a:r>
          </a:p>
        </p:txBody>
      </p:sp>
      <p:sp>
        <p:nvSpPr>
          <p:cNvPr id="19" name="Marcador de número de diapositiva 4">
            <a:extLst>
              <a:ext uri="{FF2B5EF4-FFF2-40B4-BE49-F238E27FC236}">
                <a16:creationId xmlns:a16="http://schemas.microsoft.com/office/drawing/2014/main" id="{F64421B1-FF90-4939-90BD-8206DE5036D0}"/>
              </a:ext>
            </a:extLst>
          </p:cNvPr>
          <p:cNvSpPr>
            <a:spLocks noGrp="1"/>
          </p:cNvSpPr>
          <p:nvPr>
            <p:ph type="sldNum" sz="quarter" idx="22"/>
          </p:nvPr>
        </p:nvSpPr>
        <p:spPr>
          <a:xfrm>
            <a:off x="8025493" y="6356351"/>
            <a:ext cx="489857" cy="365125"/>
          </a:xfrm>
        </p:spPr>
        <p:txBody>
          <a:bodyPr rtlCol="0"/>
          <a:lstStyle>
            <a:lvl1pPr>
              <a:defRPr sz="675"/>
            </a:lvl1pPr>
          </a:lstStyle>
          <a:p>
            <a:pPr rtl="0"/>
            <a:fld id="{B5CEABB6-07DC-46E8-9B57-56EC44A396E5}" type="slidenum">
              <a:rPr lang="es-ES" noProof="0" smtClean="0"/>
              <a:pPr rtl="0"/>
              <a:t>‹Nº›</a:t>
            </a:fld>
            <a:endParaRPr lang="es-ES" noProof="0"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ido tres">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413867" y="892178"/>
            <a:ext cx="6316266" cy="1325563"/>
          </a:xfrm>
        </p:spPr>
        <p:txBody>
          <a:bodyPr rtlCol="0">
            <a:normAutofit/>
          </a:bodyPr>
          <a:lstStyle>
            <a:lvl1pPr algn="ctr">
              <a:defRPr lang="en-US" sz="2100" kern="1200" cap="all" spc="113" baseline="0" dirty="0">
                <a:solidFill>
                  <a:schemeClr val="tx1">
                    <a:lumMod val="75000"/>
                    <a:lumOff val="25000"/>
                  </a:schemeClr>
                </a:solidFill>
                <a:latin typeface="+mj-lt"/>
                <a:ea typeface="+mj-ea"/>
                <a:cs typeface="+mj-cs"/>
              </a:defRPr>
            </a:lvl1pPr>
          </a:lstStyle>
          <a:p>
            <a:pPr rtl="0"/>
            <a:r>
              <a:rPr lang="es-ES"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932329" y="2776936"/>
            <a:ext cx="2161856" cy="823912"/>
          </a:xfrm>
        </p:spPr>
        <p:txBody>
          <a:bodyPr rtlCol="0" anchor="b">
            <a:noAutofit/>
          </a:bodyPr>
          <a:lstStyle>
            <a:lvl1pPr marL="0" indent="0">
              <a:buNone/>
              <a:defRPr lang="en-US" sz="1500" kern="1200" cap="all"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 EL TEXTO MAESTRO</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932329" y="3834607"/>
            <a:ext cx="2161856" cy="1997867"/>
          </a:xfrm>
        </p:spPr>
        <p:txBody>
          <a:bodyPr rtlCol="0">
            <a:normAutofit/>
          </a:bodyPr>
          <a:lstStyle>
            <a:lvl1pPr marL="0" indent="0">
              <a:lnSpc>
                <a:spcPct val="100000"/>
              </a:lnSpc>
              <a:buNone/>
              <a:defRPr sz="1050" spc="38" baseline="0">
                <a:solidFill>
                  <a:schemeClr val="tx1">
                    <a:lumMod val="75000"/>
                    <a:lumOff val="25000"/>
                  </a:schemeClr>
                </a:solidFill>
              </a:defRPr>
            </a:lvl1pPr>
            <a:lvl2pPr marL="342900" indent="0">
              <a:lnSpc>
                <a:spcPct val="100000"/>
              </a:lnSpc>
              <a:buNone/>
              <a:defRPr sz="1050" spc="38" baseline="0">
                <a:solidFill>
                  <a:schemeClr val="tx1">
                    <a:lumMod val="75000"/>
                    <a:lumOff val="25000"/>
                  </a:schemeClr>
                </a:solidFill>
              </a:defRPr>
            </a:lvl2pPr>
            <a:lvl3pPr marL="685800" indent="0">
              <a:lnSpc>
                <a:spcPct val="100000"/>
              </a:lnSpc>
              <a:buNone/>
              <a:defRPr sz="1050" spc="38" baseline="0">
                <a:solidFill>
                  <a:schemeClr val="tx1">
                    <a:lumMod val="75000"/>
                    <a:lumOff val="25000"/>
                  </a:schemeClr>
                </a:solidFill>
              </a:defRPr>
            </a:lvl3pPr>
            <a:lvl4pPr marL="1028700" indent="0">
              <a:lnSpc>
                <a:spcPct val="100000"/>
              </a:lnSpc>
              <a:buNone/>
              <a:defRPr sz="1050" spc="38" baseline="0">
                <a:solidFill>
                  <a:schemeClr val="tx1">
                    <a:lumMod val="75000"/>
                    <a:lumOff val="25000"/>
                  </a:schemeClr>
                </a:solidFill>
              </a:defRPr>
            </a:lvl4pPr>
            <a:lvl5pPr marL="1371600" indent="0">
              <a:lnSpc>
                <a:spcPct val="100000"/>
              </a:lnSpc>
              <a:buNone/>
              <a:defRPr sz="1050" spc="38"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485749" y="2776936"/>
            <a:ext cx="2172503" cy="823912"/>
          </a:xfrm>
        </p:spPr>
        <p:txBody>
          <a:bodyPr rtlCol="0" anchor="b">
            <a:noAutofit/>
          </a:bodyPr>
          <a:lstStyle>
            <a:lvl1pPr marL="0" indent="0">
              <a:buNone/>
              <a:defRPr lang="en-US" sz="1500" kern="1200" cap="all"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750"/>
              </a:spcBef>
              <a:buFont typeface="Arial" panose="020B0604020202020204" pitchFamily="34" charset="0"/>
              <a:buNone/>
            </a:pPr>
            <a:r>
              <a:rPr lang="es-ES" noProof="0"/>
              <a:t>HAGA CLIC PARA EDITAR EL TEXTO MAESTRO</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3485749" y="3834607"/>
            <a:ext cx="2172503" cy="1997867"/>
          </a:xfrm>
        </p:spPr>
        <p:txBody>
          <a:bodyPr rtlCol="0">
            <a:normAutofit/>
          </a:bodyPr>
          <a:lstStyle>
            <a:lvl1pPr marL="0" indent="0">
              <a:lnSpc>
                <a:spcPct val="100000"/>
              </a:lnSpc>
              <a:buNone/>
              <a:defRPr sz="1050" spc="38" baseline="0">
                <a:solidFill>
                  <a:schemeClr val="tx1">
                    <a:lumMod val="75000"/>
                    <a:lumOff val="25000"/>
                  </a:schemeClr>
                </a:solidFill>
              </a:defRPr>
            </a:lvl1pPr>
            <a:lvl2pPr marL="342900" indent="0">
              <a:lnSpc>
                <a:spcPct val="100000"/>
              </a:lnSpc>
              <a:buNone/>
              <a:defRPr sz="1050" spc="38" baseline="0">
                <a:solidFill>
                  <a:schemeClr val="tx1">
                    <a:lumMod val="75000"/>
                    <a:lumOff val="25000"/>
                  </a:schemeClr>
                </a:solidFill>
              </a:defRPr>
            </a:lvl2pPr>
            <a:lvl3pPr marL="685800" indent="0">
              <a:lnSpc>
                <a:spcPct val="100000"/>
              </a:lnSpc>
              <a:buNone/>
              <a:defRPr sz="1050" spc="38" baseline="0">
                <a:solidFill>
                  <a:schemeClr val="tx1">
                    <a:lumMod val="75000"/>
                    <a:lumOff val="25000"/>
                  </a:schemeClr>
                </a:solidFill>
              </a:defRPr>
            </a:lvl3pPr>
            <a:lvl4pPr marL="1028700" indent="0">
              <a:lnSpc>
                <a:spcPct val="100000"/>
              </a:lnSpc>
              <a:buNone/>
              <a:defRPr sz="1050" spc="38" baseline="0">
                <a:solidFill>
                  <a:schemeClr val="tx1">
                    <a:lumMod val="75000"/>
                    <a:lumOff val="25000"/>
                  </a:schemeClr>
                </a:solidFill>
              </a:defRPr>
            </a:lvl4pPr>
            <a:lvl5pPr marL="1371600" indent="0">
              <a:lnSpc>
                <a:spcPct val="100000"/>
              </a:lnSpc>
              <a:buNone/>
              <a:defRPr sz="1050" spc="38"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049816" y="2776936"/>
            <a:ext cx="2161856" cy="823912"/>
          </a:xfrm>
        </p:spPr>
        <p:txBody>
          <a:bodyPr rtlCol="0" anchor="b">
            <a:noAutofit/>
          </a:bodyPr>
          <a:lstStyle>
            <a:lvl1pPr marL="0" indent="0">
              <a:buNone/>
              <a:defRPr lang="en-US" sz="1500" kern="1200" cap="all"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 EL TEXTO MAESTRO</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p:nvPr>
        </p:nvSpPr>
        <p:spPr>
          <a:xfrm>
            <a:off x="6049816" y="3834607"/>
            <a:ext cx="2161856" cy="1997867"/>
          </a:xfrm>
        </p:spPr>
        <p:txBody>
          <a:bodyPr rtlCol="0">
            <a:normAutofit/>
          </a:bodyPr>
          <a:lstStyle>
            <a:lvl1pPr marL="0" indent="0">
              <a:lnSpc>
                <a:spcPct val="100000"/>
              </a:lnSpc>
              <a:buNone/>
              <a:defRPr sz="1050" spc="38" baseline="0">
                <a:solidFill>
                  <a:schemeClr val="tx1">
                    <a:lumMod val="75000"/>
                    <a:lumOff val="25000"/>
                  </a:schemeClr>
                </a:solidFill>
              </a:defRPr>
            </a:lvl1pPr>
            <a:lvl2pPr marL="342900" indent="0">
              <a:lnSpc>
                <a:spcPct val="100000"/>
              </a:lnSpc>
              <a:buNone/>
              <a:defRPr sz="1050" spc="38" baseline="0">
                <a:solidFill>
                  <a:schemeClr val="tx1">
                    <a:lumMod val="75000"/>
                    <a:lumOff val="25000"/>
                  </a:schemeClr>
                </a:solidFill>
              </a:defRPr>
            </a:lvl2pPr>
            <a:lvl3pPr marL="685800" indent="0">
              <a:lnSpc>
                <a:spcPct val="100000"/>
              </a:lnSpc>
              <a:buNone/>
              <a:defRPr sz="1050" spc="38" baseline="0">
                <a:solidFill>
                  <a:schemeClr val="tx1">
                    <a:lumMod val="75000"/>
                    <a:lumOff val="25000"/>
                  </a:schemeClr>
                </a:solidFill>
              </a:defRPr>
            </a:lvl3pPr>
            <a:lvl4pPr marL="1028700" indent="0">
              <a:lnSpc>
                <a:spcPct val="100000"/>
              </a:lnSpc>
              <a:buNone/>
              <a:defRPr sz="1050" spc="38" baseline="0">
                <a:solidFill>
                  <a:schemeClr val="tx1">
                    <a:lumMod val="75000"/>
                    <a:lumOff val="25000"/>
                  </a:schemeClr>
                </a:solidFill>
              </a:defRPr>
            </a:lvl4pPr>
            <a:lvl5pPr marL="1371600" indent="0">
              <a:lnSpc>
                <a:spcPct val="100000"/>
              </a:lnSpc>
              <a:buNone/>
              <a:defRPr sz="1050" spc="38"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lvl1pPr>
          </a:lstStyle>
          <a:p>
            <a:pPr rtl="0"/>
            <a:r>
              <a:rPr lang="es-ES" noProof="0" dirty="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lvl1pPr>
          </a:lstStyle>
          <a:p>
            <a:pPr rtl="0"/>
            <a:r>
              <a:rPr lang="es-ES" noProof="0" dirty="0"/>
              <a:t>Presentación para inversores</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lvl1pPr>
          </a:lstStyle>
          <a:p>
            <a:pPr rtl="0"/>
            <a:fld id="{B5CEABB6-07DC-46E8-9B57-56EC44A396E5}" type="slidenum">
              <a:rPr lang="es-ES" noProof="0" smtClean="0"/>
              <a:t>‹Nº›</a:t>
            </a:fld>
            <a:endParaRPr lang="es-ES" noProof="0" dirty="0"/>
          </a:p>
        </p:txBody>
      </p:sp>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928688"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1678782"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tiva de mercados">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413867" y="892178"/>
            <a:ext cx="6316266" cy="1325563"/>
          </a:xfrm>
        </p:spPr>
        <p:txBody>
          <a:bodyPr rtlCol="0">
            <a:normAutofit/>
          </a:bodyPr>
          <a:lstStyle>
            <a:lvl1pPr algn="ctr">
              <a:defRPr lang="en-US" sz="2100" kern="1200" cap="all" spc="113" baseline="0" dirty="0">
                <a:solidFill>
                  <a:schemeClr val="tx1">
                    <a:lumMod val="75000"/>
                    <a:lumOff val="25000"/>
                  </a:schemeClr>
                </a:solidFill>
                <a:latin typeface="+mj-lt"/>
                <a:ea typeface="+mj-ea"/>
                <a:cs typeface="+mj-cs"/>
              </a:defRPr>
            </a:lvl1pPr>
          </a:lstStyle>
          <a:p>
            <a:pPr rtl="0"/>
            <a:r>
              <a:rPr lang="es-ES"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47892" y="3064615"/>
            <a:ext cx="930728" cy="823912"/>
          </a:xfrm>
        </p:spPr>
        <p:txBody>
          <a:bodyPr rtlCol="0" anchor="ctr">
            <a:noAutofit/>
          </a:bodyPr>
          <a:lstStyle>
            <a:lvl1pPr marL="0" indent="0" algn="ctr">
              <a:buNone/>
              <a:defRPr lang="en-US" sz="3000" kern="1200" cap="all"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a:t>
            </a:r>
          </a:p>
        </p:txBody>
      </p:sp>
      <p:sp>
        <p:nvSpPr>
          <p:cNvPr id="23" name="Marcador de texto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4106636" y="3064615"/>
            <a:ext cx="930728" cy="823912"/>
          </a:xfrm>
        </p:spPr>
        <p:txBody>
          <a:bodyPr rtlCol="0" anchor="ctr">
            <a:noAutofit/>
          </a:bodyPr>
          <a:lstStyle>
            <a:lvl1pPr marL="0" indent="0" algn="ctr">
              <a:buNone/>
              <a:defRPr lang="en-US" sz="3000" kern="1200" cap="all"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a:t>
            </a:r>
          </a:p>
        </p:txBody>
      </p:sp>
      <p:sp>
        <p:nvSpPr>
          <p:cNvPr id="24" name="Marcador de texto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6665381" y="3064615"/>
            <a:ext cx="930728" cy="823912"/>
          </a:xfrm>
        </p:spPr>
        <p:txBody>
          <a:bodyPr rtlCol="0" anchor="ctr">
            <a:noAutofit/>
          </a:bodyPr>
          <a:lstStyle>
            <a:lvl1pPr marL="0" indent="0" algn="ctr">
              <a:buNone/>
              <a:defRPr lang="en-US" sz="3000" kern="1200" cap="all"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47274" y="4824189"/>
            <a:ext cx="2343070" cy="462927"/>
          </a:xfrm>
        </p:spPr>
        <p:txBody>
          <a:bodyPr rtlCol="0">
            <a:noAutofit/>
          </a:bodyPr>
          <a:lstStyle>
            <a:lvl1pPr marL="0" indent="0" algn="ctr">
              <a:lnSpc>
                <a:spcPct val="100000"/>
              </a:lnSpc>
              <a:buNone/>
              <a:defRPr sz="1500" cap="all" spc="38" baseline="0">
                <a:solidFill>
                  <a:schemeClr val="tx1">
                    <a:lumMod val="75000"/>
                    <a:lumOff val="25000"/>
                  </a:schemeClr>
                </a:solidFill>
              </a:defRPr>
            </a:lvl1pPr>
            <a:lvl2pPr marL="342900" indent="0">
              <a:lnSpc>
                <a:spcPct val="100000"/>
              </a:lnSpc>
              <a:buNone/>
              <a:defRPr sz="1050" spc="38" baseline="0">
                <a:solidFill>
                  <a:schemeClr val="bg1"/>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es-ES" noProof="0"/>
              <a:t>Haga clic para editar</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3394696" y="4824189"/>
            <a:ext cx="2354609" cy="462927"/>
          </a:xfrm>
        </p:spPr>
        <p:txBody>
          <a:bodyPr rtlCol="0">
            <a:normAutofit/>
          </a:bodyPr>
          <a:lstStyle>
            <a:lvl1pPr marL="0" indent="0" algn="ctr">
              <a:lnSpc>
                <a:spcPct val="100000"/>
              </a:lnSpc>
              <a:buNone/>
              <a:defRPr sz="1500" cap="all" spc="38" baseline="0">
                <a:solidFill>
                  <a:schemeClr val="tx1">
                    <a:lumMod val="75000"/>
                    <a:lumOff val="25000"/>
                  </a:schemeClr>
                </a:solidFill>
              </a:defRPr>
            </a:lvl1pPr>
            <a:lvl2pPr marL="342900" indent="0">
              <a:lnSpc>
                <a:spcPct val="100000"/>
              </a:lnSpc>
              <a:buNone/>
              <a:defRPr sz="1500" cap="all" spc="38" baseline="0">
                <a:solidFill>
                  <a:schemeClr val="bg1"/>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es-ES" noProof="0"/>
              <a:t>Haga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5953658" y="4824189"/>
            <a:ext cx="2343070" cy="462927"/>
          </a:xfrm>
        </p:spPr>
        <p:txBody>
          <a:bodyPr rtlCol="0">
            <a:noAutofit/>
          </a:bodyPr>
          <a:lstStyle>
            <a:lvl1pPr marL="0" indent="0" algn="ctr">
              <a:lnSpc>
                <a:spcPct val="100000"/>
              </a:lnSpc>
              <a:buNone/>
              <a:defRPr sz="1500" cap="all" spc="38" baseline="0">
                <a:solidFill>
                  <a:schemeClr val="tx1">
                    <a:lumMod val="75000"/>
                    <a:lumOff val="25000"/>
                  </a:schemeClr>
                </a:solidFill>
              </a:defRPr>
            </a:lvl1pPr>
            <a:lvl2pPr marL="342900" indent="0">
              <a:lnSpc>
                <a:spcPct val="100000"/>
              </a:lnSpc>
              <a:buNone/>
              <a:defRPr sz="1050" spc="38" baseline="0">
                <a:solidFill>
                  <a:schemeClr val="bg1"/>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es-ES" noProof="0"/>
              <a:t>Haga clic para editar</a:t>
            </a:r>
          </a:p>
        </p:txBody>
      </p:sp>
      <p:pic>
        <p:nvPicPr>
          <p:cNvPr id="11" name="Gráfico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8856" y="2358007"/>
            <a:ext cx="1828800" cy="2019300"/>
          </a:xfrm>
          <a:prstGeom prst="rect">
            <a:avLst/>
          </a:prstGeom>
        </p:spPr>
      </p:pic>
      <p:pic>
        <p:nvPicPr>
          <p:cNvPr id="13" name="Gráfico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750469" y="2531837"/>
            <a:ext cx="1643063" cy="1943100"/>
          </a:xfrm>
          <a:prstGeom prst="rect">
            <a:avLst/>
          </a:prstGeom>
        </p:spPr>
      </p:pic>
      <p:pic>
        <p:nvPicPr>
          <p:cNvPr id="15" name="Gráfico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259206" y="2421056"/>
            <a:ext cx="1743075" cy="2057400"/>
          </a:xfrm>
          <a:prstGeom prst="rect">
            <a:avLst/>
          </a:prstGeom>
        </p:spPr>
      </p:pic>
      <p:sp>
        <p:nvSpPr>
          <p:cNvPr id="25" name="Marcador de contenido 3">
            <a:extLst>
              <a:ext uri="{FF2B5EF4-FFF2-40B4-BE49-F238E27FC236}">
                <a16:creationId xmlns:a16="http://schemas.microsoft.com/office/drawing/2014/main" id="{82D8880F-3EAC-45C9-91F2-19A193791A18}"/>
              </a:ext>
            </a:extLst>
          </p:cNvPr>
          <p:cNvSpPr>
            <a:spLocks noGrp="1"/>
          </p:cNvSpPr>
          <p:nvPr>
            <p:ph sz="half" idx="17"/>
          </p:nvPr>
        </p:nvSpPr>
        <p:spPr>
          <a:xfrm>
            <a:off x="847274" y="5280764"/>
            <a:ext cx="2343070" cy="462927"/>
          </a:xfrm>
        </p:spPr>
        <p:txBody>
          <a:bodyPr rtlCol="0">
            <a:normAutofit/>
          </a:bodyPr>
          <a:lstStyle>
            <a:lvl1pPr marL="0" indent="0" algn="ctr">
              <a:lnSpc>
                <a:spcPct val="100000"/>
              </a:lnSpc>
              <a:buNone/>
              <a:defRPr sz="1050" cap="none" spc="38" baseline="0">
                <a:solidFill>
                  <a:schemeClr val="tx1">
                    <a:lumMod val="75000"/>
                    <a:lumOff val="25000"/>
                  </a:schemeClr>
                </a:solidFill>
              </a:defRPr>
            </a:lvl1pPr>
            <a:lvl2pPr marL="342900" indent="0">
              <a:lnSpc>
                <a:spcPct val="100000"/>
              </a:lnSpc>
              <a:buNone/>
              <a:defRPr sz="1050" spc="38" baseline="0">
                <a:solidFill>
                  <a:schemeClr val="bg1"/>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es-ES" noProof="0"/>
              <a:t>Haga clic para modificar los estilos de texto del patrón</a:t>
            </a:r>
          </a:p>
        </p:txBody>
      </p:sp>
      <p:sp>
        <p:nvSpPr>
          <p:cNvPr id="26" name="Marcador de contenido 5">
            <a:extLst>
              <a:ext uri="{FF2B5EF4-FFF2-40B4-BE49-F238E27FC236}">
                <a16:creationId xmlns:a16="http://schemas.microsoft.com/office/drawing/2014/main" id="{9019518E-E850-403D-A5B5-4B53F8C4A56B}"/>
              </a:ext>
            </a:extLst>
          </p:cNvPr>
          <p:cNvSpPr>
            <a:spLocks noGrp="1"/>
          </p:cNvSpPr>
          <p:nvPr>
            <p:ph sz="quarter" idx="18"/>
          </p:nvPr>
        </p:nvSpPr>
        <p:spPr>
          <a:xfrm>
            <a:off x="3394696" y="5280764"/>
            <a:ext cx="2354609" cy="462927"/>
          </a:xfrm>
        </p:spPr>
        <p:txBody>
          <a:bodyPr rtlCol="0">
            <a:normAutofit/>
          </a:bodyPr>
          <a:lstStyle>
            <a:lvl1pPr marL="0" indent="0" algn="ctr">
              <a:lnSpc>
                <a:spcPct val="100000"/>
              </a:lnSpc>
              <a:buNone/>
              <a:defRPr sz="1050" cap="none" spc="38" baseline="0">
                <a:solidFill>
                  <a:schemeClr val="tx1">
                    <a:lumMod val="75000"/>
                    <a:lumOff val="25000"/>
                  </a:schemeClr>
                </a:solidFill>
              </a:defRPr>
            </a:lvl1pPr>
            <a:lvl2pPr marL="342900" indent="0" algn="ctr">
              <a:lnSpc>
                <a:spcPct val="100000"/>
              </a:lnSpc>
              <a:buNone/>
              <a:defRPr sz="1050" cap="none" spc="38" baseline="0">
                <a:solidFill>
                  <a:schemeClr val="tx1">
                    <a:lumMod val="75000"/>
                    <a:lumOff val="25000"/>
                  </a:schemeClr>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es-ES" noProof="0"/>
              <a:t>Haga clic para modificar los estilos de texto del patrón</a:t>
            </a:r>
          </a:p>
          <a:p>
            <a:pPr lvl="1" rtl="0"/>
            <a:r>
              <a:rPr lang="es-ES" noProof="0"/>
              <a:t>Segundo nivel</a:t>
            </a:r>
          </a:p>
        </p:txBody>
      </p:sp>
      <p:sp>
        <p:nvSpPr>
          <p:cNvPr id="27" name="Marcador de contenido 3">
            <a:extLst>
              <a:ext uri="{FF2B5EF4-FFF2-40B4-BE49-F238E27FC236}">
                <a16:creationId xmlns:a16="http://schemas.microsoft.com/office/drawing/2014/main" id="{A8058154-45E5-403E-B714-AC85774F391F}"/>
              </a:ext>
            </a:extLst>
          </p:cNvPr>
          <p:cNvSpPr>
            <a:spLocks noGrp="1"/>
          </p:cNvSpPr>
          <p:nvPr>
            <p:ph sz="half" idx="19"/>
          </p:nvPr>
        </p:nvSpPr>
        <p:spPr>
          <a:xfrm>
            <a:off x="5953658" y="5280764"/>
            <a:ext cx="2343070" cy="462927"/>
          </a:xfrm>
        </p:spPr>
        <p:txBody>
          <a:bodyPr rtlCol="0">
            <a:normAutofit/>
          </a:bodyPr>
          <a:lstStyle>
            <a:lvl1pPr marL="0" indent="0" algn="ctr">
              <a:lnSpc>
                <a:spcPct val="100000"/>
              </a:lnSpc>
              <a:buNone/>
              <a:defRPr sz="1050" cap="none" spc="38" baseline="0">
                <a:solidFill>
                  <a:schemeClr val="tx1">
                    <a:lumMod val="75000"/>
                    <a:lumOff val="25000"/>
                  </a:schemeClr>
                </a:solidFill>
              </a:defRPr>
            </a:lvl1pPr>
            <a:lvl2pPr marL="342900" indent="0">
              <a:lnSpc>
                <a:spcPct val="100000"/>
              </a:lnSpc>
              <a:buNone/>
              <a:defRPr sz="1050" spc="38" baseline="0">
                <a:solidFill>
                  <a:schemeClr val="bg1"/>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es-ES" noProof="0"/>
              <a:t>Haga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lvl1pPr>
          </a:lstStyle>
          <a:p>
            <a:pPr rtl="0"/>
            <a:r>
              <a:rPr lang="es-ES" noProof="0" dirty="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lvl1pPr>
          </a:lstStyle>
          <a:p>
            <a:pPr rtl="0"/>
            <a:r>
              <a:rPr lang="es-ES" noProof="0" dirty="0"/>
              <a:t>Presentación para inversores</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lvl1pPr>
          </a:lstStyle>
          <a:p>
            <a:pPr rtl="0"/>
            <a:fld id="{B5CEABB6-07DC-46E8-9B57-56EC44A396E5}" type="slidenum">
              <a:rPr lang="es-ES" noProof="0" smtClean="0"/>
              <a:t>‹Nº›</a:t>
            </a:fld>
            <a:endParaRPr lang="es-ES" noProof="0"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ntenido dos">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2200275" y="892178"/>
            <a:ext cx="6316266" cy="1325563"/>
          </a:xfrm>
        </p:spPr>
        <p:txBody>
          <a:bodyPr rtlCol="0">
            <a:normAutofit/>
          </a:bodyPr>
          <a:lstStyle>
            <a:lvl1pPr>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200275" y="2776936"/>
            <a:ext cx="2943225" cy="823912"/>
          </a:xfrm>
        </p:spPr>
        <p:txBody>
          <a:bodyPr rtlCol="0" anchor="b">
            <a:noAutofit/>
          </a:bodyPr>
          <a:lstStyle>
            <a:lvl1pPr marL="0" indent="0">
              <a:buNone/>
              <a:defRPr lang="en-US" sz="150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 EL TEXTO MAESTRO</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2200275" y="3834607"/>
            <a:ext cx="2943225" cy="1997867"/>
          </a:xfrm>
        </p:spPr>
        <p:txBody>
          <a:bodyPr rtlCol="0">
            <a:normAutofit/>
          </a:bodyPr>
          <a:lstStyle>
            <a:lvl1pPr marL="0" indent="0">
              <a:lnSpc>
                <a:spcPct val="100000"/>
              </a:lnSpc>
              <a:buNone/>
              <a:defRPr sz="1050" spc="38" baseline="0">
                <a:solidFill>
                  <a:schemeClr val="tx1">
                    <a:lumMod val="75000"/>
                    <a:lumOff val="25000"/>
                  </a:schemeClr>
                </a:solidFill>
              </a:defRPr>
            </a:lvl1pPr>
            <a:lvl2pPr marL="342900" indent="0">
              <a:lnSpc>
                <a:spcPct val="100000"/>
              </a:lnSpc>
              <a:buNone/>
              <a:defRPr sz="1050" spc="38" baseline="0">
                <a:solidFill>
                  <a:schemeClr val="tx1">
                    <a:lumMod val="75000"/>
                    <a:lumOff val="25000"/>
                  </a:schemeClr>
                </a:solidFill>
              </a:defRPr>
            </a:lvl2pPr>
            <a:lvl3pPr marL="685800" indent="0">
              <a:lnSpc>
                <a:spcPct val="100000"/>
              </a:lnSpc>
              <a:buNone/>
              <a:defRPr sz="1050" spc="38" baseline="0">
                <a:solidFill>
                  <a:schemeClr val="tx1">
                    <a:lumMod val="75000"/>
                    <a:lumOff val="25000"/>
                  </a:schemeClr>
                </a:solidFill>
              </a:defRPr>
            </a:lvl3pPr>
            <a:lvl4pPr marL="1028700" indent="0">
              <a:lnSpc>
                <a:spcPct val="100000"/>
              </a:lnSpc>
              <a:buNone/>
              <a:defRPr sz="1050" spc="38" baseline="0">
                <a:solidFill>
                  <a:schemeClr val="tx1">
                    <a:lumMod val="75000"/>
                    <a:lumOff val="25000"/>
                  </a:schemeClr>
                </a:solidFill>
              </a:defRPr>
            </a:lvl4pPr>
            <a:lvl5pPr marL="1371600" indent="0">
              <a:lnSpc>
                <a:spcPct val="100000"/>
              </a:lnSpc>
              <a:buNone/>
              <a:defRPr sz="1050" spc="38"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5557630" y="2776936"/>
            <a:ext cx="2957720" cy="823912"/>
          </a:xfrm>
        </p:spPr>
        <p:txBody>
          <a:bodyPr rtlCol="0" anchor="b">
            <a:noAutofit/>
          </a:bodyPr>
          <a:lstStyle>
            <a:lvl1pPr marL="0" indent="0">
              <a:buNone/>
              <a:defRPr lang="en-US" sz="150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750"/>
              </a:spcBef>
              <a:buFont typeface="Arial" panose="020B0604020202020204" pitchFamily="34" charset="0"/>
              <a:buNone/>
            </a:pPr>
            <a:r>
              <a:rPr lang="es-ES" noProof="0"/>
              <a:t>HAGA CLIC PARA EDITAR EL TEXTO MAESTRO</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5557630" y="3834607"/>
            <a:ext cx="2957720" cy="1997867"/>
          </a:xfrm>
        </p:spPr>
        <p:txBody>
          <a:bodyPr rtlCol="0">
            <a:normAutofit/>
          </a:bodyPr>
          <a:lstStyle>
            <a:lvl1pPr marL="0" indent="0">
              <a:lnSpc>
                <a:spcPct val="100000"/>
              </a:lnSpc>
              <a:buNone/>
              <a:defRPr sz="1050" spc="38" baseline="0">
                <a:solidFill>
                  <a:schemeClr val="tx1">
                    <a:lumMod val="75000"/>
                    <a:lumOff val="25000"/>
                  </a:schemeClr>
                </a:solidFill>
              </a:defRPr>
            </a:lvl1pPr>
            <a:lvl2pPr marL="342900" indent="0">
              <a:lnSpc>
                <a:spcPct val="100000"/>
              </a:lnSpc>
              <a:buNone/>
              <a:defRPr sz="1050" spc="38" baseline="0">
                <a:solidFill>
                  <a:schemeClr val="tx1">
                    <a:lumMod val="75000"/>
                    <a:lumOff val="25000"/>
                  </a:schemeClr>
                </a:solidFill>
              </a:defRPr>
            </a:lvl2pPr>
            <a:lvl3pPr marL="685800" indent="0">
              <a:lnSpc>
                <a:spcPct val="100000"/>
              </a:lnSpc>
              <a:buNone/>
              <a:defRPr sz="1050" spc="38" baseline="0">
                <a:solidFill>
                  <a:schemeClr val="tx1">
                    <a:lumMod val="75000"/>
                    <a:lumOff val="25000"/>
                  </a:schemeClr>
                </a:solidFill>
              </a:defRPr>
            </a:lvl3pPr>
            <a:lvl4pPr marL="1028700" indent="0">
              <a:lnSpc>
                <a:spcPct val="100000"/>
              </a:lnSpc>
              <a:buNone/>
              <a:defRPr sz="1050" spc="38" baseline="0">
                <a:solidFill>
                  <a:schemeClr val="tx1">
                    <a:lumMod val="75000"/>
                    <a:lumOff val="25000"/>
                  </a:schemeClr>
                </a:solidFill>
              </a:defRPr>
            </a:lvl4pPr>
            <a:lvl5pPr marL="1371600" indent="0">
              <a:lnSpc>
                <a:spcPct val="100000"/>
              </a:lnSpc>
              <a:buNone/>
              <a:defRPr sz="1050" spc="38"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lvl1pPr>
          </a:lstStyle>
          <a:p>
            <a:pPr rtl="0"/>
            <a:r>
              <a:rPr lang="es-ES" noProof="0" dirty="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lvl1pPr>
          </a:lstStyle>
          <a:p>
            <a:pPr rtl="0"/>
            <a:r>
              <a:rPr lang="es-ES" noProof="0" dirty="0"/>
              <a:t>Presentación para inversores</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lvl1pPr>
          </a:lstStyle>
          <a:p>
            <a:pPr rtl="0"/>
            <a:fld id="{B5CEABB6-07DC-46E8-9B57-56EC44A396E5}" type="slidenum">
              <a:rPr lang="es-ES" noProof="0" smtClean="0"/>
              <a:t>‹Nº›</a:t>
            </a:fld>
            <a:endParaRPr lang="es-ES" noProof="0" dirty="0"/>
          </a:p>
        </p:txBody>
      </p:sp>
      <p:pic>
        <p:nvPicPr>
          <p:cNvPr id="11" name="Gráfico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19339" y="0"/>
            <a:ext cx="3276023"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ido">
    <p:spTree>
      <p:nvGrpSpPr>
        <p:cNvPr id="1" name=""/>
        <p:cNvGrpSpPr/>
        <p:nvPr/>
      </p:nvGrpSpPr>
      <p:grpSpPr>
        <a:xfrm>
          <a:off x="0" y="0"/>
          <a:ext cx="0" cy="0"/>
          <a:chOff x="0" y="0"/>
          <a:chExt cx="0" cy="0"/>
        </a:xfrm>
      </p:grpSpPr>
      <p:pic>
        <p:nvPicPr>
          <p:cNvPr id="14" name="Gráfico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4081416"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ítulo 1">
            <a:extLst>
              <a:ext uri="{FF2B5EF4-FFF2-40B4-BE49-F238E27FC236}">
                <a16:creationId xmlns:a16="http://schemas.microsoft.com/office/drawing/2014/main" id="{1E1C8C6D-0530-475B-A7F7-0E00C33ACFEB}"/>
              </a:ext>
            </a:extLst>
          </p:cNvPr>
          <p:cNvSpPr>
            <a:spLocks noGrp="1"/>
          </p:cNvSpPr>
          <p:nvPr>
            <p:ph type="title" hasCustomPrompt="1"/>
          </p:nvPr>
        </p:nvSpPr>
        <p:spPr>
          <a:xfrm>
            <a:off x="4440127" y="1152772"/>
            <a:ext cx="4073978" cy="846301"/>
          </a:xfrm>
        </p:spPr>
        <p:txBody>
          <a:bodyPr rtlCol="0" anchor="t">
            <a:normAutofit/>
          </a:bodyPr>
          <a:lstStyle>
            <a:lvl1pPr>
              <a:defRPr lang="en-US" sz="2100" kern="1200" cap="all" spc="113" baseline="0" dirty="0">
                <a:solidFill>
                  <a:schemeClr val="tx1">
                    <a:lumMod val="75000"/>
                    <a:lumOff val="25000"/>
                  </a:schemeClr>
                </a:solidFill>
                <a:latin typeface="+mj-lt"/>
                <a:ea typeface="+mj-ea"/>
                <a:cs typeface="+mj-cs"/>
              </a:defRPr>
            </a:lvl1pPr>
          </a:lstStyle>
          <a:p>
            <a:pPr rtl="0"/>
            <a:r>
              <a:rPr lang="es-ES" noProof="0"/>
              <a:t>HAGA CLIC PARA MODIFICAR EL ESTILO DEL TÍTULO MAESTRO</a:t>
            </a:r>
          </a:p>
        </p:txBody>
      </p:sp>
      <p:sp>
        <p:nvSpPr>
          <p:cNvPr id="20" name="Marcador de texto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4441691" y="2469516"/>
            <a:ext cx="4074903" cy="365125"/>
          </a:xfrm>
        </p:spPr>
        <p:txBody>
          <a:bodyPr rtlCol="0">
            <a:normAutofit/>
          </a:bodyPr>
          <a:lstStyle>
            <a:lvl1pPr marL="0" indent="0">
              <a:buNone/>
              <a:defRPr lang="en-US" sz="1500" kern="1200" cap="all"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25" name="Marcador de texto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4441372" y="2798940"/>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26" name="Marcador de texto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4441691" y="3569311"/>
            <a:ext cx="4074903" cy="365125"/>
          </a:xfrm>
        </p:spPr>
        <p:txBody>
          <a:bodyPr rtlCol="0">
            <a:normAutofit/>
          </a:bodyPr>
          <a:lstStyle>
            <a:lvl1pPr marL="0" indent="0">
              <a:buNone/>
              <a:defRPr lang="en-US" sz="1500" kern="1200" cap="all"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27" name="Marcador de texto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4441372" y="3898736"/>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28" name="Marcador de texto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4441691" y="4669108"/>
            <a:ext cx="4074903" cy="365125"/>
          </a:xfrm>
        </p:spPr>
        <p:txBody>
          <a:bodyPr rtlCol="0">
            <a:normAutofit/>
          </a:bodyPr>
          <a:lstStyle>
            <a:lvl1pPr marL="0" indent="0">
              <a:buNone/>
              <a:defRPr lang="en-US" sz="1500" kern="1200" cap="all"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29" name="Marcador de texto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4441372" y="4998532"/>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21" name="Marcador de fecha 6">
            <a:extLst>
              <a:ext uri="{FF2B5EF4-FFF2-40B4-BE49-F238E27FC236}">
                <a16:creationId xmlns:a16="http://schemas.microsoft.com/office/drawing/2014/main" id="{71F34533-9677-48AF-9374-976825F4BB7E}"/>
              </a:ext>
            </a:extLst>
          </p:cNvPr>
          <p:cNvSpPr>
            <a:spLocks noGrp="1"/>
          </p:cNvSpPr>
          <p:nvPr>
            <p:ph type="dt" sz="half" idx="10"/>
          </p:nvPr>
        </p:nvSpPr>
        <p:spPr>
          <a:xfrm>
            <a:off x="628650" y="6356351"/>
            <a:ext cx="2057400" cy="365125"/>
          </a:xfrm>
        </p:spPr>
        <p:txBody>
          <a:bodyPr rtlCol="0"/>
          <a:lstStyle>
            <a:lvl1pPr>
              <a:defRPr sz="675"/>
            </a:lvl1pPr>
          </a:lstStyle>
          <a:p>
            <a:pPr rtl="0"/>
            <a:r>
              <a:rPr lang="es-ES" noProof="0" dirty="0"/>
              <a:t>20XX</a:t>
            </a:r>
          </a:p>
        </p:txBody>
      </p:sp>
      <p:sp>
        <p:nvSpPr>
          <p:cNvPr id="22" name="Marcador de pie de página 7">
            <a:extLst>
              <a:ext uri="{FF2B5EF4-FFF2-40B4-BE49-F238E27FC236}">
                <a16:creationId xmlns:a16="http://schemas.microsoft.com/office/drawing/2014/main" id="{4FAB8A26-B99E-4F96-8327-A932A14F2C03}"/>
              </a:ext>
            </a:extLst>
          </p:cNvPr>
          <p:cNvSpPr>
            <a:spLocks noGrp="1"/>
          </p:cNvSpPr>
          <p:nvPr>
            <p:ph type="ftr" sz="quarter" idx="11"/>
          </p:nvPr>
        </p:nvSpPr>
        <p:spPr>
          <a:xfrm>
            <a:off x="3028950" y="6356351"/>
            <a:ext cx="3086100" cy="365125"/>
          </a:xfrm>
        </p:spPr>
        <p:txBody>
          <a:bodyPr rtlCol="0"/>
          <a:lstStyle>
            <a:lvl1pPr>
              <a:defRPr sz="675"/>
            </a:lvl1pPr>
          </a:lstStyle>
          <a:p>
            <a:pPr rtl="0"/>
            <a:r>
              <a:rPr lang="es-ES" noProof="0" dirty="0"/>
              <a:t>Presentación para inversores</a:t>
            </a:r>
          </a:p>
        </p:txBody>
      </p:sp>
      <p:sp>
        <p:nvSpPr>
          <p:cNvPr id="24" name="Marcador de número de diapositiva 8">
            <a:extLst>
              <a:ext uri="{FF2B5EF4-FFF2-40B4-BE49-F238E27FC236}">
                <a16:creationId xmlns:a16="http://schemas.microsoft.com/office/drawing/2014/main" id="{EB0962D2-BCC3-48AB-A769-2A7327D29191}"/>
              </a:ext>
            </a:extLst>
          </p:cNvPr>
          <p:cNvSpPr>
            <a:spLocks noGrp="1"/>
          </p:cNvSpPr>
          <p:nvPr>
            <p:ph type="sldNum" sz="quarter" idx="12"/>
          </p:nvPr>
        </p:nvSpPr>
        <p:spPr>
          <a:xfrm>
            <a:off x="6457950" y="6356351"/>
            <a:ext cx="2057400" cy="365125"/>
          </a:xfrm>
        </p:spPr>
        <p:txBody>
          <a:bodyPr rtlCol="0"/>
          <a:lstStyle>
            <a:lvl1pPr>
              <a:defRPr sz="675"/>
            </a:lvl1pPr>
          </a:lstStyle>
          <a:p>
            <a:pPr rtl="0"/>
            <a:fld id="{B5CEABB6-07DC-46E8-9B57-56EC44A396E5}" type="slidenum">
              <a:rPr lang="es-ES" noProof="0" smtClean="0"/>
              <a:t>‹Nº›</a:t>
            </a:fld>
            <a:endParaRPr lang="es-ES" noProof="0"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225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ronograma 2">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D46070C-E825-43D0-99F4-8B4614131131}"/>
              </a:ext>
            </a:extLst>
          </p:cNvPr>
          <p:cNvSpPr/>
          <p:nvPr userDrawn="1"/>
        </p:nvSpPr>
        <p:spPr>
          <a:xfrm>
            <a:off x="0" y="3057683"/>
            <a:ext cx="9143999"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350" noProof="0" dirty="0">
              <a:solidFill>
                <a:schemeClr val="tx1">
                  <a:lumMod val="75000"/>
                  <a:lumOff val="25000"/>
                </a:schemeClr>
              </a:solidFill>
            </a:endParaRPr>
          </a:p>
        </p:txBody>
      </p:sp>
      <p:sp>
        <p:nvSpPr>
          <p:cNvPr id="2" name="Título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EDITAR EL ESTILO DEL TÍTULO DEL PATRÓN</a:t>
            </a:r>
          </a:p>
        </p:txBody>
      </p:sp>
      <p:sp>
        <p:nvSpPr>
          <p:cNvPr id="6" name="Marcador de texto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685799" y="3354712"/>
            <a:ext cx="548640" cy="457200"/>
          </a:xfrm>
        </p:spPr>
        <p:txBody>
          <a:bodyPr rtlCol="0" anchor="ctr"/>
          <a:lstStyle>
            <a:lvl1pPr marL="0" indent="0" algn="l">
              <a:buNone/>
              <a:defRPr sz="1050" b="1">
                <a:solidFill>
                  <a:schemeClr val="tx1">
                    <a:lumMod val="75000"/>
                    <a:lumOff val="25000"/>
                  </a:schemeClr>
                </a:solidFill>
                <a:latin typeface="+mj-lt"/>
              </a:defRPr>
            </a:lvl1pPr>
          </a:lstStyle>
          <a:p>
            <a:pPr lvl="0" rtl="0"/>
            <a:r>
              <a:rPr lang="es-ES" noProof="0"/>
              <a:t>Año</a:t>
            </a:r>
          </a:p>
        </p:txBody>
      </p:sp>
      <p:sp>
        <p:nvSpPr>
          <p:cNvPr id="7" name="Marcador de texto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47447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8" name="Marcador de texto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06541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9" name="Marcador de texto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265635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0" name="Marcador de texto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324729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1" name="Marcador de texto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685800" y="4292468"/>
            <a:ext cx="548640" cy="457200"/>
          </a:xfrm>
        </p:spPr>
        <p:txBody>
          <a:bodyPr rtlCol="0" anchor="ctr"/>
          <a:lstStyle>
            <a:lvl1pPr marL="0" indent="0" algn="l">
              <a:buNone/>
              <a:defRPr sz="1050" b="1">
                <a:solidFill>
                  <a:schemeClr val="tx1">
                    <a:lumMod val="75000"/>
                    <a:lumOff val="25000"/>
                  </a:schemeClr>
                </a:solidFill>
                <a:latin typeface="+mj-lt"/>
              </a:defRPr>
            </a:lvl1pPr>
          </a:lstStyle>
          <a:p>
            <a:pPr lvl="0" rtl="0"/>
            <a:r>
              <a:rPr lang="es-ES" noProof="0"/>
              <a:t>Año</a:t>
            </a:r>
          </a:p>
        </p:txBody>
      </p:sp>
      <p:sp>
        <p:nvSpPr>
          <p:cNvPr id="12" name="Marcador de texto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383823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3" name="Marcador de texto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442917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4" name="Marcador de texto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502011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5" name="Marcador de texto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679293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6" name="Marcador de texto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561105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7" name="Marcador de texto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620199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8" name="Marcador de texto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738387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9" name="Marcador de texto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7974814"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0" name="Marcador de texto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477436"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1" name="Marcador de texto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068202"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2" name="Marcador de texto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2658967"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3" name="Marcador de texto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3249732"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4" name="Marcador de texto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3840497"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5" name="Marcador de texto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4431263"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6" name="Marcador de texto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5022028"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7" name="Marcador de texto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6794324"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8" name="Marcador de texto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5612793"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9" name="Marcador de texto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6203558"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30" name="Marcador de texto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7385089"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31" name="Marcador de texto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7975854"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32" name="Rectángulo 31">
            <a:extLst>
              <a:ext uri="{FF2B5EF4-FFF2-40B4-BE49-F238E27FC236}">
                <a16:creationId xmlns:a16="http://schemas.microsoft.com/office/drawing/2014/main" id="{FFA35437-CCDE-4D92-B879-F23B329C8EC3}"/>
              </a:ext>
            </a:extLst>
          </p:cNvPr>
          <p:cNvSpPr/>
          <p:nvPr userDrawn="1"/>
        </p:nvSpPr>
        <p:spPr>
          <a:xfrm>
            <a:off x="697230" y="4034785"/>
            <a:ext cx="774954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350" noProof="0" dirty="0">
              <a:solidFill>
                <a:schemeClr val="tx1">
                  <a:lumMod val="75000"/>
                  <a:lumOff val="25000"/>
                </a:schemeClr>
              </a:solidFill>
            </a:endParaRPr>
          </a:p>
        </p:txBody>
      </p:sp>
      <p:sp>
        <p:nvSpPr>
          <p:cNvPr id="36" name="Marcador de fecha 2">
            <a:extLst>
              <a:ext uri="{FF2B5EF4-FFF2-40B4-BE49-F238E27FC236}">
                <a16:creationId xmlns:a16="http://schemas.microsoft.com/office/drawing/2014/main" id="{1CDC588F-73BC-4108-974B-0EAAB8213CE0}"/>
              </a:ext>
            </a:extLst>
          </p:cNvPr>
          <p:cNvSpPr>
            <a:spLocks noGrp="1"/>
          </p:cNvSpPr>
          <p:nvPr>
            <p:ph type="dt" sz="half" idx="10"/>
          </p:nvPr>
        </p:nvSpPr>
        <p:spPr>
          <a:xfrm>
            <a:off x="628650" y="6356351"/>
            <a:ext cx="2057400" cy="365125"/>
          </a:xfrm>
        </p:spPr>
        <p:txBody>
          <a:bodyPr rtlCol="0"/>
          <a:lstStyle>
            <a:lvl1pPr>
              <a:defRPr sz="675"/>
            </a:lvl1pPr>
          </a:lstStyle>
          <a:p>
            <a:pPr rtl="0"/>
            <a:r>
              <a:rPr lang="es-ES" noProof="0" dirty="0"/>
              <a:t>20XX</a:t>
            </a:r>
          </a:p>
        </p:txBody>
      </p:sp>
      <p:sp>
        <p:nvSpPr>
          <p:cNvPr id="37" name="Marcador de pie de página 3">
            <a:extLst>
              <a:ext uri="{FF2B5EF4-FFF2-40B4-BE49-F238E27FC236}">
                <a16:creationId xmlns:a16="http://schemas.microsoft.com/office/drawing/2014/main" id="{B2AC1EB2-9B8F-4077-8B66-64F9549F2C99}"/>
              </a:ext>
            </a:extLst>
          </p:cNvPr>
          <p:cNvSpPr>
            <a:spLocks noGrp="1"/>
          </p:cNvSpPr>
          <p:nvPr>
            <p:ph type="ftr" sz="quarter" idx="11"/>
          </p:nvPr>
        </p:nvSpPr>
        <p:spPr>
          <a:xfrm>
            <a:off x="3028950" y="6356351"/>
            <a:ext cx="3086100" cy="365125"/>
          </a:xfrm>
        </p:spPr>
        <p:txBody>
          <a:bodyPr rtlCol="0"/>
          <a:lstStyle>
            <a:lvl1pPr>
              <a:defRPr sz="675"/>
            </a:lvl1pPr>
          </a:lstStyle>
          <a:p>
            <a:pPr rtl="0"/>
            <a:r>
              <a:rPr lang="es-ES" noProof="0" dirty="0"/>
              <a:t>Presentación para inversores</a:t>
            </a:r>
          </a:p>
        </p:txBody>
      </p:sp>
      <p:sp>
        <p:nvSpPr>
          <p:cNvPr id="38" name="Marcador de número de diapositiva 4">
            <a:extLst>
              <a:ext uri="{FF2B5EF4-FFF2-40B4-BE49-F238E27FC236}">
                <a16:creationId xmlns:a16="http://schemas.microsoft.com/office/drawing/2014/main" id="{28DE3E33-346A-45AF-B164-CB5DF04FAE6D}"/>
              </a:ext>
            </a:extLst>
          </p:cNvPr>
          <p:cNvSpPr>
            <a:spLocks noGrp="1"/>
          </p:cNvSpPr>
          <p:nvPr>
            <p:ph type="sldNum" sz="quarter" idx="12"/>
          </p:nvPr>
        </p:nvSpPr>
        <p:spPr>
          <a:xfrm>
            <a:off x="6457950" y="6356351"/>
            <a:ext cx="2057400" cy="365125"/>
          </a:xfrm>
        </p:spPr>
        <p:txBody>
          <a:bodyPr rtlCol="0"/>
          <a:lstStyle>
            <a:lvl1pPr>
              <a:defRPr sz="675"/>
            </a:lvl1pPr>
          </a:lstStyle>
          <a:p>
            <a:pPr rtl="0"/>
            <a:fld id="{B5CEABB6-07DC-46E8-9B57-56EC44A396E5}" type="slidenum">
              <a:rPr lang="es-ES" noProof="0" smtClean="0"/>
              <a:t>‹Nº›</a:t>
            </a:fld>
            <a:endParaRPr lang="es-E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Art">
    <p:bg>
      <p:bgRef idx="1001">
        <a:schemeClr val="bg1"/>
      </p:bgRef>
    </p:bg>
    <p:spTree>
      <p:nvGrpSpPr>
        <p:cNvPr id="1" name=""/>
        <p:cNvGrpSpPr/>
        <p:nvPr/>
      </p:nvGrpSpPr>
      <p:grpSpPr>
        <a:xfrm>
          <a:off x="0" y="0"/>
          <a:ext cx="0" cy="0"/>
          <a:chOff x="0" y="0"/>
          <a:chExt cx="0" cy="0"/>
        </a:xfrm>
      </p:grpSpPr>
      <p:sp>
        <p:nvSpPr>
          <p:cNvPr id="7" name="Marcador de posición de SmartArt 6">
            <a:extLst>
              <a:ext uri="{FF2B5EF4-FFF2-40B4-BE49-F238E27FC236}">
                <a16:creationId xmlns:a16="http://schemas.microsoft.com/office/drawing/2014/main" id="{156CA116-0F6E-4EE9-B34F-03BA07161A7A}"/>
              </a:ext>
            </a:extLst>
          </p:cNvPr>
          <p:cNvSpPr>
            <a:spLocks noGrp="1"/>
          </p:cNvSpPr>
          <p:nvPr>
            <p:ph type="dgm" sz="quarter" idx="15"/>
          </p:nvPr>
        </p:nvSpPr>
        <p:spPr>
          <a:xfrm>
            <a:off x="628650" y="2136777"/>
            <a:ext cx="7886700" cy="3697645"/>
          </a:xfrm>
        </p:spPr>
        <p:txBody>
          <a:bodyPr rtlCol="0"/>
          <a:lstStyle>
            <a:lvl1pPr>
              <a:defRPr>
                <a:solidFill>
                  <a:schemeClr val="tx1">
                    <a:lumMod val="75000"/>
                    <a:lumOff val="25000"/>
                  </a:schemeClr>
                </a:solidFill>
              </a:defRPr>
            </a:lvl1pPr>
          </a:lstStyle>
          <a:p>
            <a:pPr rtl="0"/>
            <a:r>
              <a:rPr lang="es-ES" noProof="0" dirty="0"/>
              <a:t>Haga clic en el icono para agregar un elemento gráfico SmartArt</a:t>
            </a:r>
          </a:p>
        </p:txBody>
      </p:sp>
      <p:sp>
        <p:nvSpPr>
          <p:cNvPr id="2" name="Título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MODIFICAR EL ESTILO DEL TÍTULO MAESTRO</a:t>
            </a:r>
          </a:p>
        </p:txBody>
      </p:sp>
      <p:sp>
        <p:nvSpPr>
          <p:cNvPr id="3" name="Marcador de fecha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675"/>
            </a:lvl1pPr>
          </a:lstStyle>
          <a:p>
            <a:pPr rtl="0"/>
            <a:r>
              <a:rPr lang="es-ES" noProof="0" dirty="0"/>
              <a:t>20XX</a:t>
            </a:r>
          </a:p>
        </p:txBody>
      </p:sp>
      <p:sp>
        <p:nvSpPr>
          <p:cNvPr id="4" name="Marcador de pie de página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675"/>
            </a:lvl1pPr>
          </a:lstStyle>
          <a:p>
            <a:pPr rtl="0"/>
            <a:r>
              <a:rPr lang="es-ES" noProof="0" dirty="0"/>
              <a:t>Presentación para inversores</a:t>
            </a:r>
          </a:p>
        </p:txBody>
      </p:sp>
      <p:cxnSp>
        <p:nvCxnSpPr>
          <p:cNvPr id="10" name="Conector recto 9">
            <a:extLst>
              <a:ext uri="{FF2B5EF4-FFF2-40B4-BE49-F238E27FC236}">
                <a16:creationId xmlns:a16="http://schemas.microsoft.com/office/drawing/2014/main" id="{66988B2D-0240-4256-8268-4B9FF1E72363}"/>
              </a:ext>
            </a:extLst>
          </p:cNvPr>
          <p:cNvCxnSpPr>
            <a:cxnSpLocks/>
          </p:cNvCxnSpPr>
          <p:nvPr/>
        </p:nvCxnSpPr>
        <p:spPr>
          <a:xfrm flipV="1">
            <a:off x="0" y="0"/>
            <a:ext cx="19431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D8EEAAE1-3D04-41C3-B2D2-B3BEF34C3B27}"/>
              </a:ext>
            </a:extLst>
          </p:cNvPr>
          <p:cNvCxnSpPr>
            <a:cxnSpLocks/>
          </p:cNvCxnSpPr>
          <p:nvPr/>
        </p:nvCxnSpPr>
        <p:spPr>
          <a:xfrm flipH="1">
            <a:off x="0" y="0"/>
            <a:ext cx="528638"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Marcador de número de diapositiva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675"/>
            </a:lvl1pPr>
          </a:lstStyle>
          <a:p>
            <a:pPr rtl="0"/>
            <a:fld id="{B5CEABB6-07DC-46E8-9B57-56EC44A396E5}" type="slidenum">
              <a:rPr lang="es-ES" noProof="0" smtClean="0"/>
              <a:t>‹Nº›</a:t>
            </a:fld>
            <a:endParaRPr lang="es-ES" noProof="0" dirty="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apositiva de equipo de 4 personas">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413867" y="892178"/>
            <a:ext cx="6316266" cy="1325563"/>
          </a:xfrm>
        </p:spPr>
        <p:txBody>
          <a:bodyPr rtlCol="0">
            <a:normAutofit/>
          </a:bodyPr>
          <a:lstStyle>
            <a:lvl1pPr algn="ctr">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MODIFICAR EL ESTILO DEL TÍTULO MAESTRO</a:t>
            </a:r>
          </a:p>
        </p:txBody>
      </p:sp>
      <p:sp>
        <p:nvSpPr>
          <p:cNvPr id="11" name="Marcador de posición de imagen 10">
            <a:extLst>
              <a:ext uri="{FF2B5EF4-FFF2-40B4-BE49-F238E27FC236}">
                <a16:creationId xmlns:a16="http://schemas.microsoft.com/office/drawing/2014/main" id="{B0BDE76A-30A6-4268-9656-28A484C3DCC9}"/>
              </a:ext>
            </a:extLst>
          </p:cNvPr>
          <p:cNvSpPr>
            <a:spLocks noGrp="1"/>
          </p:cNvSpPr>
          <p:nvPr>
            <p:ph type="pic" sz="quarter" idx="14"/>
          </p:nvPr>
        </p:nvSpPr>
        <p:spPr>
          <a:xfrm>
            <a:off x="1115386" y="2886075"/>
            <a:ext cx="1384133" cy="1845511"/>
          </a:xfrm>
          <a:solidFill>
            <a:schemeClr val="bg1">
              <a:lumMod val="95000"/>
            </a:schemeClr>
          </a:solidFill>
        </p:spPr>
        <p:txBody>
          <a:bodyPr rtlCol="0">
            <a:normAutofit/>
          </a:bodyPr>
          <a:lstStyle>
            <a:lvl1pPr marL="0" indent="0" algn="l">
              <a:lnSpc>
                <a:spcPct val="100000"/>
              </a:lnSpc>
              <a:buNone/>
              <a:defRPr sz="1050">
                <a:solidFill>
                  <a:schemeClr val="tx1">
                    <a:lumMod val="75000"/>
                    <a:lumOff val="25000"/>
                  </a:schemeClr>
                </a:solidFill>
              </a:defRPr>
            </a:lvl1pPr>
          </a:lstStyle>
          <a:p>
            <a:pPr rtl="0"/>
            <a:r>
              <a:rPr lang="es-ES" noProof="0" dirty="0"/>
              <a:t>Haga clic en el icono para agregar una imagen</a:t>
            </a:r>
          </a:p>
        </p:txBody>
      </p:sp>
      <p:sp>
        <p:nvSpPr>
          <p:cNvPr id="17" name="Marcador de posición de imagen 10">
            <a:extLst>
              <a:ext uri="{FF2B5EF4-FFF2-40B4-BE49-F238E27FC236}">
                <a16:creationId xmlns:a16="http://schemas.microsoft.com/office/drawing/2014/main" id="{C4CA5C9C-91D5-44B1-A82A-A49732B4691A}"/>
              </a:ext>
            </a:extLst>
          </p:cNvPr>
          <p:cNvSpPr>
            <a:spLocks noGrp="1"/>
          </p:cNvSpPr>
          <p:nvPr>
            <p:ph type="pic" sz="quarter" idx="15"/>
          </p:nvPr>
        </p:nvSpPr>
        <p:spPr>
          <a:xfrm>
            <a:off x="2877686" y="2886075"/>
            <a:ext cx="1384133" cy="1845511"/>
          </a:xfrm>
          <a:solidFill>
            <a:schemeClr val="bg1">
              <a:lumMod val="95000"/>
            </a:schemeClr>
          </a:solidFill>
        </p:spPr>
        <p:txBody>
          <a:bodyPr rtlCol="0">
            <a:normAutofit/>
          </a:bodyPr>
          <a:lstStyle>
            <a:lvl1pPr marL="0" indent="0" algn="l">
              <a:lnSpc>
                <a:spcPct val="100000"/>
              </a:lnSpc>
              <a:buNone/>
              <a:defRPr sz="1050">
                <a:solidFill>
                  <a:schemeClr val="tx1">
                    <a:lumMod val="75000"/>
                    <a:lumOff val="25000"/>
                  </a:schemeClr>
                </a:solidFill>
              </a:defRPr>
            </a:lvl1pPr>
          </a:lstStyle>
          <a:p>
            <a:pPr rtl="0"/>
            <a:r>
              <a:rPr lang="es-ES" noProof="0" dirty="0"/>
              <a:t>Haga clic en el icono para agregar una imagen</a:t>
            </a:r>
          </a:p>
        </p:txBody>
      </p:sp>
      <p:sp>
        <p:nvSpPr>
          <p:cNvPr id="18" name="Marcador de posición de imagen 10">
            <a:extLst>
              <a:ext uri="{FF2B5EF4-FFF2-40B4-BE49-F238E27FC236}">
                <a16:creationId xmlns:a16="http://schemas.microsoft.com/office/drawing/2014/main" id="{4EBC7D6F-397D-4C5A-AA62-F683F88531A2}"/>
              </a:ext>
            </a:extLst>
          </p:cNvPr>
          <p:cNvSpPr>
            <a:spLocks noGrp="1"/>
          </p:cNvSpPr>
          <p:nvPr>
            <p:ph type="pic" sz="quarter" idx="16"/>
          </p:nvPr>
        </p:nvSpPr>
        <p:spPr>
          <a:xfrm>
            <a:off x="4745684" y="2886075"/>
            <a:ext cx="1384133" cy="1845511"/>
          </a:xfrm>
          <a:solidFill>
            <a:schemeClr val="bg1">
              <a:lumMod val="95000"/>
            </a:schemeClr>
          </a:solidFill>
        </p:spPr>
        <p:txBody>
          <a:bodyPr rtlCol="0">
            <a:normAutofit/>
          </a:bodyPr>
          <a:lstStyle>
            <a:lvl1pPr marL="0" indent="0">
              <a:buNone/>
              <a:defRPr sz="1050"/>
            </a:lvl1pPr>
            <a:lvl2pPr marL="342900" indent="0" algn="l">
              <a:lnSpc>
                <a:spcPct val="100000"/>
              </a:lnSpc>
              <a:buNone/>
              <a:defRPr sz="1050">
                <a:solidFill>
                  <a:schemeClr val="tx1">
                    <a:lumMod val="75000"/>
                    <a:lumOff val="25000"/>
                  </a:schemeClr>
                </a:solidFill>
              </a:defRPr>
            </a:lvl2pPr>
          </a:lstStyle>
          <a:p>
            <a:pPr lvl="0" rtl="0"/>
            <a:r>
              <a:rPr lang="es-ES" noProof="0" dirty="0"/>
              <a:t>Haga clic en el icono para agregar una imagen</a:t>
            </a:r>
          </a:p>
        </p:txBody>
      </p:sp>
      <p:sp>
        <p:nvSpPr>
          <p:cNvPr id="19" name="Marcador de posición de imagen 10">
            <a:extLst>
              <a:ext uri="{FF2B5EF4-FFF2-40B4-BE49-F238E27FC236}">
                <a16:creationId xmlns:a16="http://schemas.microsoft.com/office/drawing/2014/main" id="{92E6B581-A522-4758-A9A4-8B9C7B860CF2}"/>
              </a:ext>
            </a:extLst>
          </p:cNvPr>
          <p:cNvSpPr>
            <a:spLocks noGrp="1"/>
          </p:cNvSpPr>
          <p:nvPr>
            <p:ph type="pic" sz="quarter" idx="17"/>
          </p:nvPr>
        </p:nvSpPr>
        <p:spPr>
          <a:xfrm>
            <a:off x="6560594" y="2886075"/>
            <a:ext cx="1384133" cy="1845511"/>
          </a:xfrm>
          <a:solidFill>
            <a:schemeClr val="bg1">
              <a:lumMod val="95000"/>
            </a:schemeClr>
          </a:solidFill>
        </p:spPr>
        <p:txBody>
          <a:bodyPr rtlCol="0">
            <a:normAutofit/>
          </a:bodyPr>
          <a:lstStyle>
            <a:lvl1pPr marL="0" indent="0" algn="l">
              <a:lnSpc>
                <a:spcPct val="100000"/>
              </a:lnSpc>
              <a:buNone/>
              <a:defRPr sz="1050">
                <a:solidFill>
                  <a:schemeClr val="tx1">
                    <a:lumMod val="75000"/>
                    <a:lumOff val="25000"/>
                  </a:schemeClr>
                </a:solidFill>
              </a:defRPr>
            </a:lvl1pPr>
          </a:lstStyle>
          <a:p>
            <a:pPr rtl="0"/>
            <a:r>
              <a:rPr lang="es-ES" noProof="0" dirty="0"/>
              <a:t>Haga clic en el icono para agregar una imagen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007437" y="5084525"/>
            <a:ext cx="1592807" cy="343061"/>
          </a:xfrm>
        </p:spPr>
        <p:txBody>
          <a:bodyPr rtlCol="0" anchor="ctr">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3" name="Marcador de texto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2769736" y="5099207"/>
            <a:ext cx="1601816" cy="343061"/>
          </a:xfrm>
        </p:spPr>
        <p:txBody>
          <a:bodyPr rtlCol="0" anchor="ctr">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4" name="Marcador de texto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4637734" y="5099207"/>
            <a:ext cx="1592807" cy="343061"/>
          </a:xfrm>
        </p:spPr>
        <p:txBody>
          <a:bodyPr rtlCol="0" anchor="ctr">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5" name="Marcador de texto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6452644" y="5084525"/>
            <a:ext cx="1592807" cy="343061"/>
          </a:xfrm>
        </p:spPr>
        <p:txBody>
          <a:bodyPr rtlCol="0" anchor="ctr">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6" name="Marcador de texto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115386" y="5464115"/>
            <a:ext cx="1384133" cy="343061"/>
          </a:xfrm>
        </p:spPr>
        <p:txBody>
          <a:bodyPr rtlCol="0" anchor="t">
            <a:noAutofit/>
          </a:bodyPr>
          <a:lstStyle>
            <a:lvl1pPr marL="0" indent="0" algn="ctr">
              <a:buNone/>
              <a:defRPr lang="en-US" sz="7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7" name="Marcador de texto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2877685" y="5478797"/>
            <a:ext cx="1391962" cy="343061"/>
          </a:xfrm>
        </p:spPr>
        <p:txBody>
          <a:bodyPr rtlCol="0" anchor="t">
            <a:noAutofit/>
          </a:bodyPr>
          <a:lstStyle>
            <a:lvl1pPr marL="0" indent="0" algn="ctr">
              <a:buNone/>
              <a:defRPr lang="en-US" sz="7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8" name="Marcador de texto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4745683" y="5478797"/>
            <a:ext cx="1384133" cy="343061"/>
          </a:xfrm>
        </p:spPr>
        <p:txBody>
          <a:bodyPr rtlCol="0" anchor="t">
            <a:noAutofit/>
          </a:bodyPr>
          <a:lstStyle>
            <a:lvl1pPr marL="0" indent="0" algn="ctr">
              <a:buNone/>
              <a:defRPr lang="en-US" sz="7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9" name="Marcador de texto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6560593" y="5464115"/>
            <a:ext cx="1384133" cy="343061"/>
          </a:xfrm>
        </p:spPr>
        <p:txBody>
          <a:bodyPr rtlCol="0" anchor="t">
            <a:noAutofit/>
          </a:bodyPr>
          <a:lstStyle>
            <a:lvl1pPr marL="0" indent="0" algn="ctr">
              <a:buNone/>
              <a:defRPr lang="en-US" sz="7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lvl1pPr>
          </a:lstStyle>
          <a:p>
            <a:pPr rtl="0"/>
            <a:r>
              <a:rPr lang="es-ES" noProof="0" dirty="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lvl1pPr>
          </a:lstStyle>
          <a:p>
            <a:pPr rtl="0"/>
            <a:r>
              <a:rPr lang="es-ES" noProof="0" dirty="0"/>
              <a:t>Presentación para inversores</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lvl1pPr>
          </a:lstStyle>
          <a:p>
            <a:pPr rtl="0"/>
            <a:fld id="{B5CEABB6-07DC-46E8-9B57-56EC44A396E5}" type="slidenum">
              <a:rPr lang="es-ES" noProof="0" smtClean="0"/>
              <a:t>‹Nº›</a:t>
            </a:fld>
            <a:endParaRPr lang="es-ES" noProof="0" dirty="0"/>
          </a:p>
        </p:txBody>
      </p:sp>
      <p:cxnSp>
        <p:nvCxnSpPr>
          <p:cNvPr id="10" name="Conector recto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5500687" y="0"/>
            <a:ext cx="3643313"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8615362" y="1"/>
            <a:ext cx="528638"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70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apositiva de equipo de 8 personas">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413867" y="892178"/>
            <a:ext cx="6316266" cy="1325563"/>
          </a:xfrm>
        </p:spPr>
        <p:txBody>
          <a:bodyPr rtlCol="0">
            <a:normAutofit/>
          </a:bodyPr>
          <a:lstStyle>
            <a:lvl1pPr algn="ctr">
              <a:defRPr lang="en-US" sz="2100" kern="1200" spc="113" baseline="0" dirty="0">
                <a:solidFill>
                  <a:schemeClr val="bg1">
                    <a:lumMod val="75000"/>
                    <a:lumOff val="25000"/>
                  </a:schemeClr>
                </a:solidFill>
                <a:latin typeface="+mj-lt"/>
                <a:ea typeface="+mj-ea"/>
                <a:cs typeface="+mj-cs"/>
              </a:defRPr>
            </a:lvl1pPr>
          </a:lstStyle>
          <a:p>
            <a:pPr rtl="0"/>
            <a:r>
              <a:rPr lang="es-ES" noProof="0"/>
              <a:t>HAGA CLIC PARA MODIFICAR EL ESTILO DEL TÍTULO MAESTRO</a:t>
            </a:r>
          </a:p>
        </p:txBody>
      </p:sp>
      <p:sp>
        <p:nvSpPr>
          <p:cNvPr id="11" name="Marcador de posición de imagen 10">
            <a:extLst>
              <a:ext uri="{FF2B5EF4-FFF2-40B4-BE49-F238E27FC236}">
                <a16:creationId xmlns:a16="http://schemas.microsoft.com/office/drawing/2014/main" id="{B0BDE76A-30A6-4268-9656-28A484C3DCC9}"/>
              </a:ext>
            </a:extLst>
          </p:cNvPr>
          <p:cNvSpPr>
            <a:spLocks noGrp="1"/>
          </p:cNvSpPr>
          <p:nvPr>
            <p:ph type="pic" sz="quarter" idx="14"/>
          </p:nvPr>
        </p:nvSpPr>
        <p:spPr>
          <a:xfrm>
            <a:off x="1407882" y="2428875"/>
            <a:ext cx="800100" cy="1066800"/>
          </a:xfrm>
          <a:solidFill>
            <a:schemeClr val="tx1"/>
          </a:solidFill>
        </p:spPr>
        <p:txBody>
          <a:bodyPr rtlCol="0">
            <a:normAutofit/>
          </a:bodyPr>
          <a:lstStyle>
            <a:lvl1pPr marL="0" indent="0">
              <a:lnSpc>
                <a:spcPct val="100000"/>
              </a:lnSpc>
              <a:buNone/>
              <a:defRPr sz="675">
                <a:solidFill>
                  <a:schemeClr val="bg1">
                    <a:lumMod val="75000"/>
                    <a:lumOff val="25000"/>
                  </a:schemeClr>
                </a:solidFill>
              </a:defRPr>
            </a:lvl1pPr>
          </a:lstStyle>
          <a:p>
            <a:pPr rtl="0"/>
            <a:r>
              <a:rPr lang="es-ES" noProof="0" dirty="0"/>
              <a:t>Haga clic en el icono para agregar una imagen</a:t>
            </a:r>
          </a:p>
        </p:txBody>
      </p:sp>
      <p:sp>
        <p:nvSpPr>
          <p:cNvPr id="17" name="Marcador de posición de imagen 10">
            <a:extLst>
              <a:ext uri="{FF2B5EF4-FFF2-40B4-BE49-F238E27FC236}">
                <a16:creationId xmlns:a16="http://schemas.microsoft.com/office/drawing/2014/main" id="{C4CA5C9C-91D5-44B1-A82A-A49732B4691A}"/>
              </a:ext>
            </a:extLst>
          </p:cNvPr>
          <p:cNvSpPr>
            <a:spLocks noGrp="1"/>
          </p:cNvSpPr>
          <p:nvPr>
            <p:ph type="pic" sz="quarter" idx="15"/>
          </p:nvPr>
        </p:nvSpPr>
        <p:spPr>
          <a:xfrm>
            <a:off x="3169703" y="2428875"/>
            <a:ext cx="800100" cy="1066800"/>
          </a:xfrm>
          <a:solidFill>
            <a:schemeClr val="tx1"/>
          </a:solidFill>
        </p:spPr>
        <p:txBody>
          <a:bodyPr rtlCol="0">
            <a:normAutofit/>
          </a:bodyPr>
          <a:lstStyle>
            <a:lvl1pPr marL="0" indent="0">
              <a:lnSpc>
                <a:spcPct val="100000"/>
              </a:lnSpc>
              <a:buNone/>
              <a:defRPr sz="675">
                <a:solidFill>
                  <a:schemeClr val="bg1">
                    <a:lumMod val="75000"/>
                    <a:lumOff val="25000"/>
                  </a:schemeClr>
                </a:solidFill>
              </a:defRPr>
            </a:lvl1pPr>
          </a:lstStyle>
          <a:p>
            <a:pPr rtl="0"/>
            <a:r>
              <a:rPr lang="es-ES" noProof="0" dirty="0"/>
              <a:t>Haga clic en el icono para agregar una imagen</a:t>
            </a:r>
          </a:p>
        </p:txBody>
      </p:sp>
      <p:sp>
        <p:nvSpPr>
          <p:cNvPr id="18" name="Marcador de posición de imagen 10">
            <a:extLst>
              <a:ext uri="{FF2B5EF4-FFF2-40B4-BE49-F238E27FC236}">
                <a16:creationId xmlns:a16="http://schemas.microsoft.com/office/drawing/2014/main" id="{4EBC7D6F-397D-4C5A-AA62-F683F88531A2}"/>
              </a:ext>
            </a:extLst>
          </p:cNvPr>
          <p:cNvSpPr>
            <a:spLocks noGrp="1"/>
          </p:cNvSpPr>
          <p:nvPr>
            <p:ph type="pic" sz="quarter" idx="16"/>
          </p:nvPr>
        </p:nvSpPr>
        <p:spPr>
          <a:xfrm>
            <a:off x="5037701" y="2428875"/>
            <a:ext cx="800100" cy="1066800"/>
          </a:xfrm>
          <a:solidFill>
            <a:schemeClr val="tx1"/>
          </a:solidFill>
        </p:spPr>
        <p:txBody>
          <a:bodyPr rtlCol="0">
            <a:noAutofit/>
          </a:bodyPr>
          <a:lstStyle>
            <a:lvl1pPr marL="0" indent="0" algn="l">
              <a:buNone/>
              <a:defRPr sz="675">
                <a:solidFill>
                  <a:schemeClr val="bg1">
                    <a:lumMod val="75000"/>
                    <a:lumOff val="25000"/>
                  </a:schemeClr>
                </a:solidFill>
              </a:defRPr>
            </a:lvl1pPr>
            <a:lvl2pPr marL="342900" indent="0">
              <a:lnSpc>
                <a:spcPct val="100000"/>
              </a:lnSpc>
              <a:buNone/>
              <a:defRPr sz="675">
                <a:solidFill>
                  <a:schemeClr val="bg1">
                    <a:lumMod val="75000"/>
                    <a:lumOff val="25000"/>
                  </a:schemeClr>
                </a:solidFill>
              </a:defRPr>
            </a:lvl2pPr>
          </a:lstStyle>
          <a:p>
            <a:pPr lvl="0" rtl="0"/>
            <a:r>
              <a:rPr lang="es-ES" noProof="0" dirty="0"/>
              <a:t>Haga clic en el icono para agregar una imagen</a:t>
            </a:r>
          </a:p>
        </p:txBody>
      </p:sp>
      <p:sp>
        <p:nvSpPr>
          <p:cNvPr id="19" name="Marcador de posición de imagen 10">
            <a:extLst>
              <a:ext uri="{FF2B5EF4-FFF2-40B4-BE49-F238E27FC236}">
                <a16:creationId xmlns:a16="http://schemas.microsoft.com/office/drawing/2014/main" id="{92E6B581-A522-4758-A9A4-8B9C7B860CF2}"/>
              </a:ext>
            </a:extLst>
          </p:cNvPr>
          <p:cNvSpPr>
            <a:spLocks noGrp="1"/>
          </p:cNvSpPr>
          <p:nvPr>
            <p:ph type="pic" sz="quarter" idx="17"/>
          </p:nvPr>
        </p:nvSpPr>
        <p:spPr>
          <a:xfrm>
            <a:off x="6852611" y="2428875"/>
            <a:ext cx="800100" cy="1066800"/>
          </a:xfrm>
          <a:solidFill>
            <a:schemeClr val="tx1"/>
          </a:solidFill>
        </p:spPr>
        <p:txBody>
          <a:bodyPr rtlCol="0">
            <a:normAutofit/>
          </a:bodyPr>
          <a:lstStyle>
            <a:lvl1pPr marL="0" indent="0">
              <a:lnSpc>
                <a:spcPct val="100000"/>
              </a:lnSpc>
              <a:buNone/>
              <a:defRPr sz="675">
                <a:solidFill>
                  <a:schemeClr val="bg1">
                    <a:lumMod val="75000"/>
                    <a:lumOff val="25000"/>
                  </a:schemeClr>
                </a:solidFill>
              </a:defRPr>
            </a:lvl1pPr>
          </a:lstStyle>
          <a:p>
            <a:pPr rtl="0"/>
            <a:r>
              <a:rPr lang="es-ES" noProof="0" dirty="0"/>
              <a:t>Haga clic en el icono para agregar una imagen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125126" y="3654379"/>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6" name="Marcador de texto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042590" y="3782040"/>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3" name="Marcador de texto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2886947" y="3669061"/>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7" name="Marcador de texto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2804411" y="3796722"/>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4" name="Marcador de texto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4754945" y="3669061"/>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8" name="Marcador de texto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4663472" y="3796722"/>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5" name="Marcador de texto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6569855" y="3654379"/>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9" name="Marcador de texto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6475824" y="3782040"/>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55" name="Marcador de posición de imagen 10">
            <a:extLst>
              <a:ext uri="{FF2B5EF4-FFF2-40B4-BE49-F238E27FC236}">
                <a16:creationId xmlns:a16="http://schemas.microsoft.com/office/drawing/2014/main" id="{1EBAEB1D-A7F9-4F90-B642-4277D3802BAB}"/>
              </a:ext>
            </a:extLst>
          </p:cNvPr>
          <p:cNvSpPr>
            <a:spLocks noGrp="1"/>
          </p:cNvSpPr>
          <p:nvPr>
            <p:ph type="pic" sz="quarter" idx="26"/>
          </p:nvPr>
        </p:nvSpPr>
        <p:spPr>
          <a:xfrm>
            <a:off x="1407882" y="4287711"/>
            <a:ext cx="800100" cy="1066800"/>
          </a:xfrm>
          <a:solidFill>
            <a:schemeClr val="tx1"/>
          </a:solidFill>
        </p:spPr>
        <p:txBody>
          <a:bodyPr rtlCol="0">
            <a:normAutofit/>
          </a:bodyPr>
          <a:lstStyle>
            <a:lvl1pPr marL="0" indent="0">
              <a:lnSpc>
                <a:spcPct val="100000"/>
              </a:lnSpc>
              <a:buNone/>
              <a:defRPr sz="675">
                <a:solidFill>
                  <a:schemeClr val="bg1">
                    <a:lumMod val="75000"/>
                    <a:lumOff val="25000"/>
                  </a:schemeClr>
                </a:solidFill>
              </a:defRPr>
            </a:lvl1pPr>
          </a:lstStyle>
          <a:p>
            <a:pPr rtl="0"/>
            <a:r>
              <a:rPr lang="es-ES" noProof="0" dirty="0"/>
              <a:t>Haga clic en el icono para agregar una imagen</a:t>
            </a:r>
          </a:p>
        </p:txBody>
      </p:sp>
      <p:sp>
        <p:nvSpPr>
          <p:cNvPr id="56" name="Marcador de posición de imagen 10">
            <a:extLst>
              <a:ext uri="{FF2B5EF4-FFF2-40B4-BE49-F238E27FC236}">
                <a16:creationId xmlns:a16="http://schemas.microsoft.com/office/drawing/2014/main" id="{9461A69E-14C8-4325-89AF-D4257C1C05BA}"/>
              </a:ext>
            </a:extLst>
          </p:cNvPr>
          <p:cNvSpPr>
            <a:spLocks noGrp="1"/>
          </p:cNvSpPr>
          <p:nvPr>
            <p:ph type="pic" sz="quarter" idx="27"/>
          </p:nvPr>
        </p:nvSpPr>
        <p:spPr>
          <a:xfrm>
            <a:off x="3169703" y="4287711"/>
            <a:ext cx="800100" cy="1066800"/>
          </a:xfrm>
          <a:solidFill>
            <a:schemeClr val="tx1"/>
          </a:solidFill>
        </p:spPr>
        <p:txBody>
          <a:bodyPr rtlCol="0">
            <a:normAutofit/>
          </a:bodyPr>
          <a:lstStyle>
            <a:lvl1pPr marL="0" indent="0">
              <a:lnSpc>
                <a:spcPct val="100000"/>
              </a:lnSpc>
              <a:buNone/>
              <a:defRPr sz="675">
                <a:solidFill>
                  <a:schemeClr val="bg1">
                    <a:lumMod val="75000"/>
                    <a:lumOff val="25000"/>
                  </a:schemeClr>
                </a:solidFill>
              </a:defRPr>
            </a:lvl1pPr>
          </a:lstStyle>
          <a:p>
            <a:pPr rtl="0"/>
            <a:r>
              <a:rPr lang="es-ES" noProof="0" dirty="0"/>
              <a:t>Haga clic en el icono para agregar una imagen</a:t>
            </a:r>
          </a:p>
        </p:txBody>
      </p:sp>
      <p:sp>
        <p:nvSpPr>
          <p:cNvPr id="57" name="Marcador de posición de imagen 10">
            <a:extLst>
              <a:ext uri="{FF2B5EF4-FFF2-40B4-BE49-F238E27FC236}">
                <a16:creationId xmlns:a16="http://schemas.microsoft.com/office/drawing/2014/main" id="{0FB38616-82FB-4DAD-A82E-3777ACB41148}"/>
              </a:ext>
            </a:extLst>
          </p:cNvPr>
          <p:cNvSpPr>
            <a:spLocks noGrp="1"/>
          </p:cNvSpPr>
          <p:nvPr>
            <p:ph type="pic" sz="quarter" idx="28"/>
          </p:nvPr>
        </p:nvSpPr>
        <p:spPr>
          <a:xfrm>
            <a:off x="5037701" y="4287711"/>
            <a:ext cx="800100" cy="1066800"/>
          </a:xfrm>
          <a:solidFill>
            <a:schemeClr val="tx1"/>
          </a:solidFill>
        </p:spPr>
        <p:txBody>
          <a:bodyPr rtlCol="0">
            <a:normAutofit/>
          </a:bodyPr>
          <a:lstStyle>
            <a:lvl1pPr marL="0" indent="0">
              <a:buNone/>
              <a:defRPr sz="675">
                <a:solidFill>
                  <a:schemeClr val="bg1">
                    <a:lumMod val="75000"/>
                    <a:lumOff val="25000"/>
                  </a:schemeClr>
                </a:solidFill>
              </a:defRPr>
            </a:lvl1pPr>
            <a:lvl2pPr marL="342900" indent="0">
              <a:lnSpc>
                <a:spcPct val="100000"/>
              </a:lnSpc>
              <a:buNone/>
              <a:defRPr sz="675">
                <a:solidFill>
                  <a:schemeClr val="bg1">
                    <a:lumMod val="75000"/>
                    <a:lumOff val="25000"/>
                  </a:schemeClr>
                </a:solidFill>
              </a:defRPr>
            </a:lvl2pPr>
          </a:lstStyle>
          <a:p>
            <a:pPr lvl="0" rtl="0"/>
            <a:r>
              <a:rPr lang="es-ES" noProof="0" dirty="0"/>
              <a:t>Haga clic en el icono para agregar una imagen</a:t>
            </a:r>
          </a:p>
        </p:txBody>
      </p:sp>
      <p:sp>
        <p:nvSpPr>
          <p:cNvPr id="58" name="Marcador de posición de imagen 10">
            <a:extLst>
              <a:ext uri="{FF2B5EF4-FFF2-40B4-BE49-F238E27FC236}">
                <a16:creationId xmlns:a16="http://schemas.microsoft.com/office/drawing/2014/main" id="{622ED9F4-EB9B-4588-8501-BFECB846EE73}"/>
              </a:ext>
            </a:extLst>
          </p:cNvPr>
          <p:cNvSpPr>
            <a:spLocks noGrp="1"/>
          </p:cNvSpPr>
          <p:nvPr>
            <p:ph type="pic" sz="quarter" idx="29"/>
          </p:nvPr>
        </p:nvSpPr>
        <p:spPr>
          <a:xfrm>
            <a:off x="6852611" y="4287711"/>
            <a:ext cx="800100" cy="1066800"/>
          </a:xfrm>
          <a:solidFill>
            <a:schemeClr val="tx1"/>
          </a:solidFill>
        </p:spPr>
        <p:txBody>
          <a:bodyPr rtlCol="0">
            <a:normAutofit/>
          </a:bodyPr>
          <a:lstStyle>
            <a:lvl1pPr marL="0" indent="0">
              <a:lnSpc>
                <a:spcPct val="100000"/>
              </a:lnSpc>
              <a:buNone/>
              <a:defRPr sz="675">
                <a:solidFill>
                  <a:schemeClr val="bg1">
                    <a:lumMod val="75000"/>
                    <a:lumOff val="25000"/>
                  </a:schemeClr>
                </a:solidFill>
              </a:defRPr>
            </a:lvl1pPr>
          </a:lstStyle>
          <a:p>
            <a:pPr rtl="0"/>
            <a:r>
              <a:rPr lang="es-ES" noProof="0" dirty="0"/>
              <a:t>Haga clic en el icono para agregar una imagen</a:t>
            </a:r>
          </a:p>
        </p:txBody>
      </p:sp>
      <p:sp>
        <p:nvSpPr>
          <p:cNvPr id="54" name="Marcador de texto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125126" y="5513215"/>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62" name="Marcador de texto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042590" y="5640876"/>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59" name="Marcador de texto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2886947" y="5527897"/>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63" name="Marcador de texto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2804411" y="5655558"/>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60" name="Marcador de texto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4754945" y="5527897"/>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64" name="Marcador de texto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4672409" y="5655558"/>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61" name="Marcador de texto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6569855" y="5513215"/>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65" name="Marcador de texto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6475824" y="5640876"/>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solidFill>
                  <a:srgbClr val="898989"/>
                </a:solidFill>
              </a:defRPr>
            </a:lvl1pPr>
          </a:lstStyle>
          <a:p>
            <a:pPr rtl="0"/>
            <a:r>
              <a:rPr lang="es-ES" noProof="0" dirty="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solidFill>
                  <a:srgbClr val="898989"/>
                </a:solidFill>
              </a:defRPr>
            </a:lvl1pPr>
          </a:lstStyle>
          <a:p>
            <a:pPr rtl="0"/>
            <a:r>
              <a:rPr lang="es-ES" noProof="0" dirty="0"/>
              <a:t>Presentación para inversores</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solidFill>
                  <a:srgbClr val="898989"/>
                </a:solidFill>
              </a:defRPr>
            </a:lvl1pPr>
          </a:lstStyle>
          <a:p>
            <a:pPr rtl="0"/>
            <a:fld id="{B5CEABB6-07DC-46E8-9B57-56EC44A396E5}" type="slidenum">
              <a:rPr lang="es-ES" noProof="0" smtClean="0"/>
              <a:t>‹Nº›</a:t>
            </a:fld>
            <a:endParaRPr lang="es-ES" noProof="0" dirty="0"/>
          </a:p>
        </p:txBody>
      </p:sp>
      <p:pic>
        <p:nvPicPr>
          <p:cNvPr id="13" name="Gráfico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4"/>
            <a:ext cx="1543050" cy="1647825"/>
          </a:xfrm>
          <a:prstGeom prst="rect">
            <a:avLst/>
          </a:prstGeom>
        </p:spPr>
      </p:pic>
      <p:pic>
        <p:nvPicPr>
          <p:cNvPr id="14" name="Gráfico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86750" y="5180889"/>
            <a:ext cx="85725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ido  3">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413867" y="892178"/>
            <a:ext cx="6316266" cy="1325563"/>
          </a:xfrm>
        </p:spPr>
        <p:txBody>
          <a:bodyPr rtlCol="0">
            <a:normAutofit/>
          </a:bodyPr>
          <a:lstStyle>
            <a:lvl1pPr algn="ctr">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MODIFICAR EL ESTILO DEL TÍTULO MAESTRO</a:t>
            </a:r>
          </a:p>
        </p:txBody>
      </p:sp>
      <p:sp>
        <p:nvSpPr>
          <p:cNvPr id="11" name="Marcador de contenido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806585" y="2370670"/>
            <a:ext cx="1392174" cy="1664208"/>
          </a:xfrm>
        </p:spPr>
        <p:txBody>
          <a:bodyPr rtlCol="0">
            <a:noAutofit/>
          </a:bodyPr>
          <a:lstStyle>
            <a:lvl1pPr marL="0" indent="0" algn="ctr">
              <a:buNone/>
              <a:defRPr sz="1050"/>
            </a:lvl1pPr>
            <a:lvl2pPr marL="342900" indent="0">
              <a:buNone/>
              <a:defRPr sz="900"/>
            </a:lvl2pPr>
            <a:lvl3pPr marL="685800" indent="0">
              <a:buNone/>
              <a:defRPr sz="825"/>
            </a:lvl3pPr>
            <a:lvl4pPr marL="1028700" indent="0">
              <a:buNone/>
              <a:defRPr sz="788"/>
            </a:lvl4pPr>
            <a:lvl5pPr marL="1371600" indent="0">
              <a:buNone/>
              <a:defRPr sz="788"/>
            </a:lvl5pPr>
          </a:lstStyle>
          <a:p>
            <a:pPr lvl="0" rtl="0"/>
            <a:r>
              <a:rPr lang="es-ES" noProof="0"/>
              <a:t>Haga clic para agregar contenido</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628650" y="3788814"/>
            <a:ext cx="1748045" cy="804859"/>
          </a:xfrm>
        </p:spPr>
        <p:txBody>
          <a:bodyPr lIns="0" rIns="0" rtlCol="0" anchor="b">
            <a:noAutofit/>
          </a:bodyPr>
          <a:lstStyle>
            <a:lvl1pPr marL="0" indent="0" algn="ctr">
              <a:buNone/>
              <a:defRPr lang="en-US" sz="240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a:t>
            </a:r>
          </a:p>
        </p:txBody>
      </p:sp>
      <p:sp>
        <p:nvSpPr>
          <p:cNvPr id="17" name="Marcador de texto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628650" y="4464811"/>
            <a:ext cx="1748045" cy="438505"/>
          </a:xfrm>
        </p:spPr>
        <p:txBody>
          <a:bodyPr lIns="0" rIns="0" rtlCol="0" anchor="b">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628650" y="5120723"/>
            <a:ext cx="1748045" cy="853167"/>
          </a:xfrm>
        </p:spPr>
        <p:txBody>
          <a:bodyPr lIns="0" rIns="0" rtlCol="0">
            <a:normAutofit/>
          </a:bodyPr>
          <a:lstStyle>
            <a:lvl1pPr marL="0" indent="0" algn="ctr">
              <a:lnSpc>
                <a:spcPct val="100000"/>
              </a:lnSpc>
              <a:buNone/>
              <a:defRPr sz="1050" spc="38" baseline="0">
                <a:solidFill>
                  <a:schemeClr val="tx1">
                    <a:lumMod val="75000"/>
                    <a:lumOff val="25000"/>
                  </a:schemeClr>
                </a:solidFill>
              </a:defRPr>
            </a:lvl1pPr>
            <a:lvl2pPr marL="342900" indent="0">
              <a:lnSpc>
                <a:spcPct val="100000"/>
              </a:lnSpc>
              <a:buNone/>
              <a:defRPr sz="1050" spc="38" baseline="0"/>
            </a:lvl2pPr>
            <a:lvl3pPr marL="685800" indent="0">
              <a:lnSpc>
                <a:spcPct val="100000"/>
              </a:lnSpc>
              <a:buNone/>
              <a:defRPr sz="1050" spc="38" baseline="0"/>
            </a:lvl3pPr>
            <a:lvl4pPr marL="1028700" indent="0">
              <a:lnSpc>
                <a:spcPct val="100000"/>
              </a:lnSpc>
              <a:buNone/>
              <a:defRPr sz="1050" spc="38" baseline="0"/>
            </a:lvl4pPr>
            <a:lvl5pPr marL="1371600" indent="0">
              <a:lnSpc>
                <a:spcPct val="100000"/>
              </a:lnSpc>
              <a:buNone/>
              <a:defRPr sz="1050" spc="38" baseline="0"/>
            </a:lvl5pPr>
          </a:lstStyle>
          <a:p>
            <a:pPr lvl="0" rtl="0"/>
            <a:r>
              <a:rPr lang="es-ES" noProof="0"/>
              <a:t>Haga clic para modificar los estilos de texto del patrón</a:t>
            </a:r>
          </a:p>
        </p:txBody>
      </p:sp>
      <p:sp>
        <p:nvSpPr>
          <p:cNvPr id="24" name="Marcador de contenido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2854238" y="2370670"/>
            <a:ext cx="1392174" cy="1664208"/>
          </a:xfrm>
        </p:spPr>
        <p:txBody>
          <a:bodyPr rtlCol="0">
            <a:noAutofit/>
          </a:bodyPr>
          <a:lstStyle>
            <a:lvl1pPr marL="0" indent="0" algn="ctr">
              <a:buNone/>
              <a:defRPr sz="1050"/>
            </a:lvl1pPr>
            <a:lvl2pPr marL="342900" indent="0">
              <a:buNone/>
              <a:defRPr sz="900"/>
            </a:lvl2pPr>
            <a:lvl3pPr marL="685800" indent="0">
              <a:buNone/>
              <a:defRPr sz="825"/>
            </a:lvl3pPr>
            <a:lvl4pPr marL="1028700" indent="0">
              <a:buNone/>
              <a:defRPr sz="788"/>
            </a:lvl4pPr>
            <a:lvl5pPr marL="1371600" indent="0">
              <a:buNone/>
              <a:defRPr sz="788"/>
            </a:lvl5pPr>
          </a:lstStyle>
          <a:p>
            <a:pPr lvl="0" rtl="0"/>
            <a:r>
              <a:rPr lang="es-ES" noProof="0"/>
              <a:t>Haga clic para agregar contenido</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2671999" y="3788814"/>
            <a:ext cx="1756654" cy="804859"/>
          </a:xfrm>
        </p:spPr>
        <p:txBody>
          <a:bodyPr lIns="0" rIns="0" rtlCol="0" anchor="b">
            <a:noAutofit/>
          </a:bodyPr>
          <a:lstStyle>
            <a:lvl1pPr marL="0" indent="0" algn="ctr">
              <a:buNone/>
              <a:defRPr lang="en-US" sz="240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a:t>
            </a:r>
          </a:p>
        </p:txBody>
      </p:sp>
      <p:sp>
        <p:nvSpPr>
          <p:cNvPr id="18" name="Marcador de texto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2671999" y="4464811"/>
            <a:ext cx="1756654" cy="438505"/>
          </a:xfrm>
        </p:spPr>
        <p:txBody>
          <a:bodyPr lIns="0" rIns="0" rtlCol="0" anchor="b">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750"/>
              </a:spcBef>
              <a:buFont typeface="Arial" panose="020B0604020202020204" pitchFamily="34" charset="0"/>
              <a:buNone/>
            </a:pPr>
            <a:r>
              <a:rPr lang="es-ES" noProof="0"/>
              <a:t>HAGA CLIC PARA EDITAR</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2671999" y="5120723"/>
            <a:ext cx="1756654" cy="853167"/>
          </a:xfrm>
        </p:spPr>
        <p:txBody>
          <a:bodyPr lIns="0" rIns="0" rtlCol="0">
            <a:normAutofit/>
          </a:bodyPr>
          <a:lstStyle>
            <a:lvl1pPr marL="0" indent="0" algn="ctr">
              <a:lnSpc>
                <a:spcPct val="100000"/>
              </a:lnSpc>
              <a:buNone/>
              <a:defRPr sz="1050" spc="38" baseline="0">
                <a:solidFill>
                  <a:schemeClr val="tx1">
                    <a:lumMod val="75000"/>
                    <a:lumOff val="25000"/>
                  </a:schemeClr>
                </a:solidFill>
              </a:defRPr>
            </a:lvl1pPr>
            <a:lvl2pPr marL="342900" indent="0">
              <a:lnSpc>
                <a:spcPct val="100000"/>
              </a:lnSpc>
              <a:buNone/>
              <a:defRPr sz="1050" spc="38" baseline="0"/>
            </a:lvl2pPr>
            <a:lvl3pPr marL="685800" indent="0">
              <a:lnSpc>
                <a:spcPct val="100000"/>
              </a:lnSpc>
              <a:buNone/>
              <a:defRPr sz="1050" spc="38" baseline="0"/>
            </a:lvl3pPr>
            <a:lvl4pPr marL="1028700" indent="0">
              <a:lnSpc>
                <a:spcPct val="100000"/>
              </a:lnSpc>
              <a:buNone/>
              <a:defRPr sz="1050" spc="38" baseline="0"/>
            </a:lvl4pPr>
            <a:lvl5pPr marL="1371600" indent="0">
              <a:lnSpc>
                <a:spcPct val="100000"/>
              </a:lnSpc>
              <a:buNone/>
              <a:defRPr sz="1050" spc="38" baseline="0"/>
            </a:lvl5pPr>
          </a:lstStyle>
          <a:p>
            <a:pPr lvl="0" rtl="0"/>
            <a:r>
              <a:rPr lang="es-ES" noProof="0"/>
              <a:t>Haga clic para modificar los estilos de texto del patrón</a:t>
            </a:r>
          </a:p>
        </p:txBody>
      </p:sp>
      <p:sp>
        <p:nvSpPr>
          <p:cNvPr id="25" name="Marcador de contenido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4897588" y="2370670"/>
            <a:ext cx="1392174" cy="1664208"/>
          </a:xfrm>
        </p:spPr>
        <p:txBody>
          <a:bodyPr rtlCol="0">
            <a:noAutofit/>
          </a:bodyPr>
          <a:lstStyle>
            <a:lvl1pPr marL="0" indent="0" algn="ctr">
              <a:buNone/>
              <a:defRPr sz="1050"/>
            </a:lvl1pPr>
            <a:lvl2pPr marL="342900" indent="0">
              <a:buNone/>
              <a:defRPr sz="900"/>
            </a:lvl2pPr>
            <a:lvl3pPr marL="685800" indent="0">
              <a:buNone/>
              <a:defRPr sz="825"/>
            </a:lvl3pPr>
            <a:lvl4pPr marL="1028700" indent="0">
              <a:buNone/>
              <a:defRPr sz="788"/>
            </a:lvl4pPr>
            <a:lvl5pPr marL="1371600" indent="0">
              <a:buNone/>
              <a:defRPr sz="788"/>
            </a:lvl5pPr>
          </a:lstStyle>
          <a:p>
            <a:pPr lvl="0" rtl="0"/>
            <a:r>
              <a:rPr lang="es-ES" noProof="0"/>
              <a:t>Haga clic para agregar contenido</a:t>
            </a:r>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4723957" y="3788814"/>
            <a:ext cx="1748045" cy="804859"/>
          </a:xfrm>
        </p:spPr>
        <p:txBody>
          <a:bodyPr lIns="0" rIns="0" rtlCol="0" anchor="b">
            <a:noAutofit/>
          </a:bodyPr>
          <a:lstStyle>
            <a:lvl1pPr marL="0" indent="0" algn="ctr">
              <a:buNone/>
              <a:defRPr lang="en-US" sz="240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a:t>
            </a:r>
          </a:p>
        </p:txBody>
      </p:sp>
      <p:sp>
        <p:nvSpPr>
          <p:cNvPr id="19" name="Marcador de texto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4723957" y="4464811"/>
            <a:ext cx="1748045" cy="438505"/>
          </a:xfrm>
        </p:spPr>
        <p:txBody>
          <a:bodyPr lIns="0" rIns="0" rtlCol="0" anchor="b">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p:nvPr>
        </p:nvSpPr>
        <p:spPr>
          <a:xfrm>
            <a:off x="4723957" y="5120723"/>
            <a:ext cx="1748045" cy="853167"/>
          </a:xfrm>
        </p:spPr>
        <p:txBody>
          <a:bodyPr lIns="0" rIns="0" rtlCol="0">
            <a:normAutofit/>
          </a:bodyPr>
          <a:lstStyle>
            <a:lvl1pPr marL="0" indent="0" algn="ctr">
              <a:lnSpc>
                <a:spcPct val="100000"/>
              </a:lnSpc>
              <a:buNone/>
              <a:defRPr sz="1050" spc="38" baseline="0">
                <a:solidFill>
                  <a:schemeClr val="tx1">
                    <a:lumMod val="75000"/>
                    <a:lumOff val="25000"/>
                  </a:schemeClr>
                </a:solidFill>
              </a:defRPr>
            </a:lvl1pPr>
            <a:lvl2pPr marL="342900" indent="0">
              <a:lnSpc>
                <a:spcPct val="100000"/>
              </a:lnSpc>
              <a:buNone/>
              <a:defRPr sz="1050" spc="38" baseline="0"/>
            </a:lvl2pPr>
            <a:lvl3pPr marL="685800" indent="0">
              <a:lnSpc>
                <a:spcPct val="100000"/>
              </a:lnSpc>
              <a:buNone/>
              <a:defRPr sz="1050" spc="38" baseline="0"/>
            </a:lvl3pPr>
            <a:lvl4pPr marL="1028700" indent="0">
              <a:lnSpc>
                <a:spcPct val="100000"/>
              </a:lnSpc>
              <a:buNone/>
              <a:defRPr sz="1050" spc="38" baseline="0"/>
            </a:lvl4pPr>
            <a:lvl5pPr marL="1371600" indent="0">
              <a:lnSpc>
                <a:spcPct val="100000"/>
              </a:lnSpc>
              <a:buNone/>
              <a:defRPr sz="1050" spc="38" baseline="0"/>
            </a:lvl5pPr>
          </a:lstStyle>
          <a:p>
            <a:pPr lvl="0" rtl="0"/>
            <a:r>
              <a:rPr lang="es-ES" noProof="0"/>
              <a:t>Haga clic para modificar los estilos de texto del patrón</a:t>
            </a:r>
          </a:p>
        </p:txBody>
      </p:sp>
      <p:sp>
        <p:nvSpPr>
          <p:cNvPr id="26" name="Marcador de contenido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6945241" y="2370670"/>
            <a:ext cx="1392174" cy="1664208"/>
          </a:xfrm>
        </p:spPr>
        <p:txBody>
          <a:bodyPr rtlCol="0">
            <a:noAutofit/>
          </a:bodyPr>
          <a:lstStyle>
            <a:lvl1pPr marL="0" indent="0" algn="ctr">
              <a:buNone/>
              <a:defRPr sz="1050"/>
            </a:lvl1pPr>
            <a:lvl2pPr marL="342900" indent="0">
              <a:buNone/>
              <a:defRPr sz="900"/>
            </a:lvl2pPr>
            <a:lvl3pPr marL="685800" indent="0">
              <a:buNone/>
              <a:defRPr sz="825"/>
            </a:lvl3pPr>
            <a:lvl4pPr marL="1028700" indent="0">
              <a:buNone/>
              <a:defRPr sz="788"/>
            </a:lvl4pPr>
            <a:lvl5pPr marL="1371600" indent="0">
              <a:buNone/>
              <a:defRPr sz="788"/>
            </a:lvl5pPr>
          </a:lstStyle>
          <a:p>
            <a:pPr lvl="0" rtl="0"/>
            <a:r>
              <a:rPr lang="es-ES" noProof="0"/>
              <a:t>Haga clic para agregar contenido</a:t>
            </a:r>
          </a:p>
        </p:txBody>
      </p:sp>
      <p:sp>
        <p:nvSpPr>
          <p:cNvPr id="14" name="Marcador de texto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6767305" y="3788458"/>
            <a:ext cx="1748045" cy="804859"/>
          </a:xfrm>
        </p:spPr>
        <p:txBody>
          <a:bodyPr lIns="0" rIns="0" rtlCol="0" anchor="b">
            <a:noAutofit/>
          </a:bodyPr>
          <a:lstStyle>
            <a:lvl1pPr marL="0" indent="0" algn="ctr">
              <a:buNone/>
              <a:defRPr lang="en-US" sz="240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a:t>
            </a:r>
          </a:p>
        </p:txBody>
      </p:sp>
      <p:sp>
        <p:nvSpPr>
          <p:cNvPr id="23" name="Marcador de texto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6767305" y="4464455"/>
            <a:ext cx="1748045" cy="438505"/>
          </a:xfrm>
        </p:spPr>
        <p:txBody>
          <a:bodyPr lIns="0" rIns="0" rtlCol="0" anchor="b">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1"/>
            <a:ext cx="928688"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1"/>
            <a:ext cx="2843213"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Marcador de contenido 3">
            <a:extLst>
              <a:ext uri="{FF2B5EF4-FFF2-40B4-BE49-F238E27FC236}">
                <a16:creationId xmlns:a16="http://schemas.microsoft.com/office/drawing/2014/main" id="{492F9083-A886-4EEB-94D6-1FAE6DC33000}"/>
              </a:ext>
            </a:extLst>
          </p:cNvPr>
          <p:cNvSpPr>
            <a:spLocks noGrp="1"/>
          </p:cNvSpPr>
          <p:nvPr>
            <p:ph sz="half" idx="16"/>
          </p:nvPr>
        </p:nvSpPr>
        <p:spPr>
          <a:xfrm>
            <a:off x="6767305" y="5120367"/>
            <a:ext cx="1748045" cy="853167"/>
          </a:xfrm>
        </p:spPr>
        <p:txBody>
          <a:bodyPr lIns="0" rIns="0" rtlCol="0">
            <a:normAutofit/>
          </a:bodyPr>
          <a:lstStyle>
            <a:lvl1pPr marL="0" indent="0" algn="ctr">
              <a:lnSpc>
                <a:spcPct val="100000"/>
              </a:lnSpc>
              <a:buNone/>
              <a:defRPr sz="1050" spc="38" baseline="0">
                <a:solidFill>
                  <a:schemeClr val="tx1">
                    <a:lumMod val="75000"/>
                    <a:lumOff val="25000"/>
                  </a:schemeClr>
                </a:solidFill>
              </a:defRPr>
            </a:lvl1pPr>
            <a:lvl2pPr marL="342900" indent="0">
              <a:lnSpc>
                <a:spcPct val="100000"/>
              </a:lnSpc>
              <a:buNone/>
              <a:defRPr sz="1050" spc="38" baseline="0"/>
            </a:lvl2pPr>
            <a:lvl3pPr marL="685800" indent="0">
              <a:lnSpc>
                <a:spcPct val="100000"/>
              </a:lnSpc>
              <a:buNone/>
              <a:defRPr sz="1050" spc="38" baseline="0"/>
            </a:lvl3pPr>
            <a:lvl4pPr marL="1028700" indent="0">
              <a:lnSpc>
                <a:spcPct val="100000"/>
              </a:lnSpc>
              <a:buNone/>
              <a:defRPr sz="1050" spc="38" baseline="0"/>
            </a:lvl4pPr>
            <a:lvl5pPr marL="1371600" indent="0">
              <a:lnSpc>
                <a:spcPct val="100000"/>
              </a:lnSpc>
              <a:buNone/>
              <a:defRPr sz="1050" spc="38" baseline="0"/>
            </a:lvl5pPr>
          </a:lstStyle>
          <a:p>
            <a:pPr lvl="0" rtl="0"/>
            <a:r>
              <a:rPr lang="es-ES" noProof="0"/>
              <a:t>Haga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lvl1pPr>
          </a:lstStyle>
          <a:p>
            <a:pPr rtl="0"/>
            <a:r>
              <a:rPr lang="es-ES" noProof="0" dirty="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lvl1pPr>
          </a:lstStyle>
          <a:p>
            <a:pPr rtl="0"/>
            <a:r>
              <a:rPr lang="es-ES" noProof="0" dirty="0"/>
              <a:t>Presentación para inversores</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lvl1pPr>
          </a:lstStyle>
          <a:p>
            <a:pPr rtl="0"/>
            <a:fld id="{B5CEABB6-07DC-46E8-9B57-56EC44A396E5}" type="slidenum">
              <a:rPr lang="es-ES" noProof="0" smtClean="0"/>
              <a:t>‹Nº›</a:t>
            </a:fld>
            <a:endParaRPr lang="es-ES" noProof="0"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Resum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A3821F-4537-4AE7-8829-C2E3AE60F6E1}"/>
              </a:ext>
            </a:extLst>
          </p:cNvPr>
          <p:cNvSpPr>
            <a:spLocks noGrp="1"/>
          </p:cNvSpPr>
          <p:nvPr>
            <p:ph type="title" hasCustomPrompt="1"/>
          </p:nvPr>
        </p:nvSpPr>
        <p:spPr>
          <a:xfrm>
            <a:off x="4107656" y="1671639"/>
            <a:ext cx="3833813" cy="1204912"/>
          </a:xfrm>
        </p:spPr>
        <p:txBody>
          <a:bodyPr rtlCol="0" anchor="b">
            <a:normAutofit/>
          </a:bodyPr>
          <a:lstStyle>
            <a:lvl1pPr>
              <a:defRPr lang="en-US" sz="2100" kern="1200" cap="all" spc="113" baseline="0" dirty="0">
                <a:solidFill>
                  <a:schemeClr val="tx1">
                    <a:lumMod val="75000"/>
                    <a:lumOff val="25000"/>
                  </a:schemeClr>
                </a:solidFill>
                <a:latin typeface="+mj-lt"/>
                <a:ea typeface="+mj-ea"/>
                <a:cs typeface="+mj-cs"/>
              </a:defRPr>
            </a:lvl1pPr>
          </a:lstStyle>
          <a:p>
            <a:pPr rtl="0"/>
            <a:r>
              <a:rPr lang="es-ES" noProof="0"/>
              <a:t>HAGA CLIC PARA EDITAR EL ESTILO DEL TÍTULO DEL PATRÓN</a:t>
            </a:r>
          </a:p>
        </p:txBody>
      </p:sp>
      <p:sp>
        <p:nvSpPr>
          <p:cNvPr id="3" name="Marcador de texto 2">
            <a:extLst>
              <a:ext uri="{FF2B5EF4-FFF2-40B4-BE49-F238E27FC236}">
                <a16:creationId xmlns:a16="http://schemas.microsoft.com/office/drawing/2014/main" id="{92FD4279-EA62-4397-878A-73F4948DB176}"/>
              </a:ext>
            </a:extLst>
          </p:cNvPr>
          <p:cNvSpPr>
            <a:spLocks noGrp="1"/>
          </p:cNvSpPr>
          <p:nvPr>
            <p:ph type="body" idx="1"/>
          </p:nvPr>
        </p:nvSpPr>
        <p:spPr>
          <a:xfrm>
            <a:off x="4107656" y="3682546"/>
            <a:ext cx="3833813" cy="1525588"/>
          </a:xfrm>
        </p:spPr>
        <p:txBody>
          <a:bodyPr rtlCol="0" anchor="b">
            <a:normAutofit/>
          </a:bodyPr>
          <a:lstStyle>
            <a:lvl1pPr marL="0" indent="0">
              <a:lnSpc>
                <a:spcPct val="100000"/>
              </a:lnSpc>
              <a:buNone/>
              <a:defRPr sz="1050" spc="38" baseline="0">
                <a:solidFill>
                  <a:schemeClr val="tx1">
                    <a:lumMod val="75000"/>
                    <a:lumOff val="2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D87F08D6-2CA7-4A5A-BE34-07113DCA535D}"/>
              </a:ext>
            </a:extLst>
          </p:cNvPr>
          <p:cNvCxnSpPr>
            <a:cxnSpLocks/>
          </p:cNvCxnSpPr>
          <p:nvPr/>
        </p:nvCxnSpPr>
        <p:spPr>
          <a:xfrm flipH="1" flipV="1">
            <a:off x="0" y="876301"/>
            <a:ext cx="3571875"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A768C87F-B9C3-4DFF-8454-F3F52CE4346B}"/>
              </a:ext>
            </a:extLst>
          </p:cNvPr>
          <p:cNvCxnSpPr>
            <a:cxnSpLocks/>
          </p:cNvCxnSpPr>
          <p:nvPr/>
        </p:nvCxnSpPr>
        <p:spPr>
          <a:xfrm flipH="1" flipV="1">
            <a:off x="1978819" y="1"/>
            <a:ext cx="1593057"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Marcador de fecha 6">
            <a:extLst>
              <a:ext uri="{FF2B5EF4-FFF2-40B4-BE49-F238E27FC236}">
                <a16:creationId xmlns:a16="http://schemas.microsoft.com/office/drawing/2014/main" id="{71F34533-9677-48AF-9374-976825F4BB7E}"/>
              </a:ext>
            </a:extLst>
          </p:cNvPr>
          <p:cNvSpPr>
            <a:spLocks noGrp="1"/>
          </p:cNvSpPr>
          <p:nvPr>
            <p:ph type="dt" sz="half" idx="10"/>
          </p:nvPr>
        </p:nvSpPr>
        <p:spPr>
          <a:xfrm>
            <a:off x="628650" y="6356351"/>
            <a:ext cx="2057400" cy="365125"/>
          </a:xfrm>
        </p:spPr>
        <p:txBody>
          <a:bodyPr rtlCol="0"/>
          <a:lstStyle>
            <a:lvl1pPr>
              <a:defRPr sz="675"/>
            </a:lvl1pPr>
          </a:lstStyle>
          <a:p>
            <a:pPr rtl="0"/>
            <a:r>
              <a:rPr lang="es-ES" noProof="0" dirty="0"/>
              <a:t>20XX</a:t>
            </a:r>
          </a:p>
        </p:txBody>
      </p:sp>
      <p:sp>
        <p:nvSpPr>
          <p:cNvPr id="22" name="Marcador de pie de página 7">
            <a:extLst>
              <a:ext uri="{FF2B5EF4-FFF2-40B4-BE49-F238E27FC236}">
                <a16:creationId xmlns:a16="http://schemas.microsoft.com/office/drawing/2014/main" id="{4FAB8A26-B99E-4F96-8327-A932A14F2C03}"/>
              </a:ext>
            </a:extLst>
          </p:cNvPr>
          <p:cNvSpPr>
            <a:spLocks noGrp="1"/>
          </p:cNvSpPr>
          <p:nvPr>
            <p:ph type="ftr" sz="quarter" idx="11"/>
          </p:nvPr>
        </p:nvSpPr>
        <p:spPr>
          <a:xfrm>
            <a:off x="3028950" y="6356351"/>
            <a:ext cx="3086100" cy="365125"/>
          </a:xfrm>
        </p:spPr>
        <p:txBody>
          <a:bodyPr rtlCol="0"/>
          <a:lstStyle>
            <a:lvl1pPr>
              <a:defRPr sz="675"/>
            </a:lvl1pPr>
          </a:lstStyle>
          <a:p>
            <a:pPr rtl="0"/>
            <a:r>
              <a:rPr lang="es-ES" noProof="0" dirty="0"/>
              <a:t>Presentación para inversores</a:t>
            </a:r>
          </a:p>
        </p:txBody>
      </p:sp>
      <p:sp>
        <p:nvSpPr>
          <p:cNvPr id="24" name="Marcador de número de diapositiva 8">
            <a:extLst>
              <a:ext uri="{FF2B5EF4-FFF2-40B4-BE49-F238E27FC236}">
                <a16:creationId xmlns:a16="http://schemas.microsoft.com/office/drawing/2014/main" id="{EB0962D2-BCC3-48AB-A769-2A7327D29191}"/>
              </a:ext>
            </a:extLst>
          </p:cNvPr>
          <p:cNvSpPr>
            <a:spLocks noGrp="1"/>
          </p:cNvSpPr>
          <p:nvPr>
            <p:ph type="sldNum" sz="quarter" idx="12"/>
          </p:nvPr>
        </p:nvSpPr>
        <p:spPr>
          <a:xfrm>
            <a:off x="6457950" y="6356351"/>
            <a:ext cx="2057400" cy="365125"/>
          </a:xfrm>
        </p:spPr>
        <p:txBody>
          <a:bodyPr rtlCol="0"/>
          <a:lstStyle>
            <a:lvl1pPr>
              <a:defRPr sz="675"/>
            </a:lvl1pPr>
          </a:lstStyle>
          <a:p>
            <a:pPr rtl="0"/>
            <a:fld id="{B5CEABB6-07DC-46E8-9B57-56EC44A396E5}" type="slidenum">
              <a:rPr lang="es-ES" noProof="0" smtClean="0"/>
              <a:t>‹Nº›</a:t>
            </a:fld>
            <a:endParaRPr lang="es-ES" noProof="0"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225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ierre">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3200400" y="1615737"/>
            <a:ext cx="3134678" cy="1524735"/>
          </a:xfrm>
        </p:spPr>
        <p:txBody>
          <a:bodyPr rtlCol="0" anchor="b">
            <a:noAutofit/>
          </a:bodyPr>
          <a:lstStyle>
            <a:lvl1pPr algn="l">
              <a:defRPr sz="2400" spc="113" baseline="0">
                <a:solidFill>
                  <a:schemeClr val="tx1">
                    <a:lumMod val="75000"/>
                    <a:lumOff val="25000"/>
                  </a:schemeClr>
                </a:solidFill>
              </a:defRPr>
            </a:lvl1pPr>
          </a:lstStyle>
          <a:p>
            <a:pPr rtl="0"/>
            <a:r>
              <a:rPr lang="es-ES" noProof="0"/>
              <a:t>HAGA CLIC PARA EDITAR EL ESTILO DEL TÍTULO DEL PATRÓN</a:t>
            </a:r>
          </a:p>
        </p:txBody>
      </p:sp>
      <p:sp>
        <p:nvSpPr>
          <p:cNvPr id="3" name="Subtítulo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3200400" y="3238104"/>
            <a:ext cx="3134678" cy="2004161"/>
          </a:xfrm>
        </p:spPr>
        <p:txBody>
          <a:bodyPr rtlCol="0">
            <a:normAutofit/>
          </a:bodyPr>
          <a:lstStyle>
            <a:lvl1pPr marL="0" indent="0" algn="l">
              <a:lnSpc>
                <a:spcPct val="150000"/>
              </a:lnSpc>
              <a:buNone/>
              <a:defRPr sz="1050" spc="38" baseline="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rtl="0"/>
            <a:r>
              <a:rPr lang="es-ES" noProof="0"/>
              <a:t>Haga clic para editar el estilo de subtítulo del patrón</a:t>
            </a:r>
          </a:p>
        </p:txBody>
      </p:sp>
      <p:pic>
        <p:nvPicPr>
          <p:cNvPr id="6" name="Gráfico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2382704" cy="6858000"/>
          </a:xfrm>
          <a:prstGeom prst="rect">
            <a:avLst/>
          </a:prstGeom>
        </p:spPr>
      </p:pic>
      <p:sp>
        <p:nvSpPr>
          <p:cNvPr id="9" name="Marcador de fecha 6">
            <a:extLst>
              <a:ext uri="{FF2B5EF4-FFF2-40B4-BE49-F238E27FC236}">
                <a16:creationId xmlns:a16="http://schemas.microsoft.com/office/drawing/2014/main" id="{BF358517-D7B7-40D0-A9D0-B650C80898AC}"/>
              </a:ext>
            </a:extLst>
          </p:cNvPr>
          <p:cNvSpPr>
            <a:spLocks noGrp="1"/>
          </p:cNvSpPr>
          <p:nvPr>
            <p:ph type="dt" sz="half" idx="10"/>
          </p:nvPr>
        </p:nvSpPr>
        <p:spPr>
          <a:xfrm>
            <a:off x="3200401" y="6356351"/>
            <a:ext cx="1330778" cy="365125"/>
          </a:xfrm>
        </p:spPr>
        <p:txBody>
          <a:bodyPr rtlCol="0"/>
          <a:lstStyle>
            <a:lvl1pPr>
              <a:defRPr sz="675"/>
            </a:lvl1pPr>
          </a:lstStyle>
          <a:p>
            <a:pPr rtl="0"/>
            <a:r>
              <a:rPr lang="es-ES" noProof="0" dirty="0"/>
              <a:t>20XX</a:t>
            </a:r>
          </a:p>
        </p:txBody>
      </p:sp>
      <p:sp>
        <p:nvSpPr>
          <p:cNvPr id="10" name="Marcador de pie de página 7">
            <a:extLst>
              <a:ext uri="{FF2B5EF4-FFF2-40B4-BE49-F238E27FC236}">
                <a16:creationId xmlns:a16="http://schemas.microsoft.com/office/drawing/2014/main" id="{6026D44C-0B39-4DE1-A0FC-5615DDAAE3CE}"/>
              </a:ext>
            </a:extLst>
          </p:cNvPr>
          <p:cNvSpPr>
            <a:spLocks noGrp="1"/>
          </p:cNvSpPr>
          <p:nvPr>
            <p:ph type="ftr" sz="quarter" idx="11"/>
          </p:nvPr>
        </p:nvSpPr>
        <p:spPr>
          <a:xfrm>
            <a:off x="4859791" y="6356351"/>
            <a:ext cx="1996168" cy="365125"/>
          </a:xfrm>
        </p:spPr>
        <p:txBody>
          <a:bodyPr rtlCol="0"/>
          <a:lstStyle>
            <a:lvl1pPr>
              <a:defRPr sz="675"/>
            </a:lvl1pPr>
          </a:lstStyle>
          <a:p>
            <a:pPr rtl="0"/>
            <a:r>
              <a:rPr lang="es-ES" noProof="0" dirty="0"/>
              <a:t>Presentación para inversores</a:t>
            </a:r>
          </a:p>
        </p:txBody>
      </p:sp>
      <p:sp>
        <p:nvSpPr>
          <p:cNvPr id="11" name="Marcador de número de diapositiva 8">
            <a:extLst>
              <a:ext uri="{FF2B5EF4-FFF2-40B4-BE49-F238E27FC236}">
                <a16:creationId xmlns:a16="http://schemas.microsoft.com/office/drawing/2014/main" id="{0F8222B4-B618-42C4-8BDB-D2E4DF2F22C3}"/>
              </a:ext>
            </a:extLst>
          </p:cNvPr>
          <p:cNvSpPr>
            <a:spLocks noGrp="1"/>
          </p:cNvSpPr>
          <p:nvPr>
            <p:ph type="sldNum" sz="quarter" idx="12"/>
          </p:nvPr>
        </p:nvSpPr>
        <p:spPr>
          <a:xfrm>
            <a:off x="7184572" y="6356351"/>
            <a:ext cx="1330778" cy="365125"/>
          </a:xfrm>
        </p:spPr>
        <p:txBody>
          <a:bodyPr rtlCol="0"/>
          <a:lstStyle>
            <a:lvl1pPr>
              <a:defRPr sz="675"/>
            </a:lvl1pPr>
          </a:lstStyle>
          <a:p>
            <a:pPr rtl="0"/>
            <a:fld id="{B5CEABB6-07DC-46E8-9B57-56EC44A396E5}" type="slidenum">
              <a:rPr lang="es-ES" noProof="0" smtClean="0"/>
              <a:t>‹Nº›</a:t>
            </a:fld>
            <a:endParaRPr lang="es-ES" noProof="0"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F4C17E5-24ED-44BC-BA50-02EF903552E1}"/>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 name="Marcador de texto 2">
            <a:extLst>
              <a:ext uri="{FF2B5EF4-FFF2-40B4-BE49-F238E27FC236}">
                <a16:creationId xmlns:a16="http://schemas.microsoft.com/office/drawing/2014/main" id="{4833D101-3AF0-4F06-90ED-B83615C36CE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a:extLst>
              <a:ext uri="{FF2B5EF4-FFF2-40B4-BE49-F238E27FC236}">
                <a16:creationId xmlns:a16="http://schemas.microsoft.com/office/drawing/2014/main" id="{C2AE9FDE-AF95-49F8-A927-35A23C9E6532}"/>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675">
                <a:solidFill>
                  <a:schemeClr val="tx1">
                    <a:tint val="75000"/>
                  </a:schemeClr>
                </a:solidFill>
              </a:defRPr>
            </a:lvl1pPr>
          </a:lstStyle>
          <a:p>
            <a:pPr rtl="0"/>
            <a:r>
              <a:rPr lang="es-ES" noProof="0" dirty="0"/>
              <a:t>20XX</a:t>
            </a:r>
          </a:p>
        </p:txBody>
      </p:sp>
      <p:sp>
        <p:nvSpPr>
          <p:cNvPr id="5" name="Marcador de pie de página 4">
            <a:extLst>
              <a:ext uri="{FF2B5EF4-FFF2-40B4-BE49-F238E27FC236}">
                <a16:creationId xmlns:a16="http://schemas.microsoft.com/office/drawing/2014/main" id="{CC2E900D-8FF9-4E80-860D-89C2D3B4E4E1}"/>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pPr rtl="0"/>
            <a:r>
              <a:rPr lang="es-ES" noProof="0" dirty="0"/>
              <a:t>Presentación para inversores</a:t>
            </a:r>
          </a:p>
        </p:txBody>
      </p:sp>
      <p:sp>
        <p:nvSpPr>
          <p:cNvPr id="6" name="Marcador de número de diapositiva 5">
            <a:extLst>
              <a:ext uri="{FF2B5EF4-FFF2-40B4-BE49-F238E27FC236}">
                <a16:creationId xmlns:a16="http://schemas.microsoft.com/office/drawing/2014/main" id="{F1A66A0C-1415-46A3-A1FF-BE18C70873E3}"/>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675">
                <a:solidFill>
                  <a:schemeClr val="tx1">
                    <a:tint val="75000"/>
                  </a:schemeClr>
                </a:solidFill>
              </a:defRPr>
            </a:lvl1pPr>
          </a:lstStyle>
          <a:p>
            <a:pPr rtl="0"/>
            <a:fld id="{B5CEABB6-07DC-46E8-9B57-56EC44A396E5}" type="slidenum">
              <a:rPr lang="es-ES" noProof="0" smtClean="0"/>
              <a:pPr rtl="0"/>
              <a:t>‹Nº›</a:t>
            </a:fld>
            <a:endParaRPr lang="es-ES" noProof="0"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685800" rtl="0" eaLnBrk="1" latinLnBrk="0" hangingPunct="1">
        <a:lnSpc>
          <a:spcPct val="90000"/>
        </a:lnSpc>
        <a:spcBef>
          <a:spcPct val="0"/>
        </a:spcBef>
        <a:buNone/>
        <a:defRPr sz="3300" kern="1200" cap="all" baseline="0">
          <a:solidFill>
            <a:schemeClr val="tx1">
              <a:lumMod val="75000"/>
              <a:lumOff val="25000"/>
            </a:schemeClr>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lumMod val="75000"/>
              <a:lumOff val="25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lumMod val="75000"/>
              <a:lumOff val="25000"/>
            </a:schemeClr>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6815C6-3AD0-46E6-A74A-1967BD91AF50}"/>
              </a:ext>
            </a:extLst>
          </p:cNvPr>
          <p:cNvSpPr>
            <a:spLocks noGrp="1"/>
          </p:cNvSpPr>
          <p:nvPr>
            <p:ph type="ctrTitle"/>
          </p:nvPr>
        </p:nvSpPr>
        <p:spPr>
          <a:xfrm>
            <a:off x="1231272" y="3429000"/>
            <a:ext cx="7287088" cy="1596032"/>
          </a:xfrm>
        </p:spPr>
        <p:txBody>
          <a:bodyPr rtlCol="0"/>
          <a:lstStyle/>
          <a:p>
            <a:pPr algn="r" rtl="0"/>
            <a:r>
              <a:rPr lang="es-ES" sz="5400" dirty="0"/>
              <a:t>PROGRAMAR</a:t>
            </a:r>
            <a:br>
              <a:rPr lang="es-ES" sz="5400" dirty="0"/>
            </a:br>
            <a:r>
              <a:rPr lang="es-ES" sz="5400" dirty="0"/>
              <a:t>Introducción</a:t>
            </a:r>
            <a:br>
              <a:rPr lang="es-ES" sz="5400" dirty="0"/>
            </a:br>
            <a:endParaRPr lang="es-ES" sz="5400" dirty="0"/>
          </a:p>
        </p:txBody>
      </p:sp>
      <p:sp>
        <p:nvSpPr>
          <p:cNvPr id="3" name="Subtítulo 2">
            <a:extLst>
              <a:ext uri="{FF2B5EF4-FFF2-40B4-BE49-F238E27FC236}">
                <a16:creationId xmlns:a16="http://schemas.microsoft.com/office/drawing/2014/main" id="{1901B20D-4C28-4DA3-ABBD-718C22A5E58B}"/>
              </a:ext>
            </a:extLst>
          </p:cNvPr>
          <p:cNvSpPr>
            <a:spLocks noGrp="1"/>
          </p:cNvSpPr>
          <p:nvPr>
            <p:ph type="subTitle" idx="1"/>
          </p:nvPr>
        </p:nvSpPr>
        <p:spPr>
          <a:xfrm>
            <a:off x="2307108" y="5025032"/>
            <a:ext cx="6211251" cy="297495"/>
          </a:xfrm>
        </p:spPr>
        <p:txBody>
          <a:bodyPr rtlCol="0">
            <a:normAutofit fontScale="92500" lnSpcReduction="10000"/>
          </a:bodyPr>
          <a:lstStyle/>
          <a:p>
            <a:pPr algn="r" rtl="0"/>
            <a:r>
              <a:rPr lang="es-ES" sz="1600" dirty="0"/>
              <a:t>Juan Marcelo Gutierrez M.</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3E8BB002-5F9E-C2A6-5215-6A8D9FC59C15}"/>
              </a:ext>
            </a:extLst>
          </p:cNvPr>
          <p:cNvSpPr>
            <a:spLocks noGrp="1"/>
          </p:cNvSpPr>
          <p:nvPr>
            <p:ph type="ftr" sz="quarter" idx="11"/>
          </p:nvPr>
        </p:nvSpPr>
        <p:spPr/>
        <p:txBody>
          <a:bodyPr/>
          <a:lstStyle/>
          <a:p>
            <a:r>
              <a:rPr lang="es-ES"/>
              <a:t>Juan Marcelo Gutierrez M.</a:t>
            </a:r>
            <a:endParaRPr lang="es-ES" dirty="0"/>
          </a:p>
        </p:txBody>
      </p:sp>
      <p:sp>
        <p:nvSpPr>
          <p:cNvPr id="3" name="CuadroTexto 2">
            <a:extLst>
              <a:ext uri="{FF2B5EF4-FFF2-40B4-BE49-F238E27FC236}">
                <a16:creationId xmlns:a16="http://schemas.microsoft.com/office/drawing/2014/main" id="{71131FC4-575D-1439-EDA0-DC1144542DCE}"/>
              </a:ext>
            </a:extLst>
          </p:cNvPr>
          <p:cNvSpPr txBox="1"/>
          <p:nvPr/>
        </p:nvSpPr>
        <p:spPr>
          <a:xfrm>
            <a:off x="1647731" y="1874068"/>
            <a:ext cx="6328372" cy="1323439"/>
          </a:xfrm>
          <a:prstGeom prst="rect">
            <a:avLst/>
          </a:prstGeom>
          <a:noFill/>
        </p:spPr>
        <p:txBody>
          <a:bodyPr wrap="square" rtlCol="0">
            <a:spAutoFit/>
          </a:bodyPr>
          <a:lstStyle/>
          <a:p>
            <a:pPr algn="ctr"/>
            <a:r>
              <a:rPr lang="es-ES" sz="4000" b="1" dirty="0">
                <a:solidFill>
                  <a:srgbClr val="FF0000"/>
                </a:solidFill>
              </a:rPr>
              <a:t>EJERCICIOS PARA PENSAR COMO PROGRAMADOR</a:t>
            </a:r>
          </a:p>
        </p:txBody>
      </p:sp>
    </p:spTree>
    <p:extLst>
      <p:ext uri="{BB962C8B-B14F-4D97-AF65-F5344CB8AC3E}">
        <p14:creationId xmlns:p14="http://schemas.microsoft.com/office/powerpoint/2010/main" val="1784788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9C3473B0-4C55-8192-250D-3BB8D79E59A9}"/>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50BF42EE-FA89-7997-21AF-44D408E4D58B}"/>
              </a:ext>
            </a:extLst>
          </p:cNvPr>
          <p:cNvSpPr txBox="1"/>
          <p:nvPr/>
        </p:nvSpPr>
        <p:spPr>
          <a:xfrm>
            <a:off x="417965" y="1394449"/>
            <a:ext cx="8308069" cy="2780826"/>
          </a:xfrm>
          <a:prstGeom prst="rect">
            <a:avLst/>
          </a:prstGeom>
          <a:noFill/>
        </p:spPr>
        <p:txBody>
          <a:bodyPr wrap="square">
            <a:spAutoFit/>
          </a:bodyPr>
          <a:lstStyle/>
          <a:p>
            <a:pPr algn="just">
              <a:lnSpc>
                <a:spcPct val="200000"/>
              </a:lnSpc>
            </a:pPr>
            <a:r>
              <a:rPr lang="es-ES" dirty="0"/>
              <a:t>1. Pensar como un programador: escoge una tarea cotidiana como preparar el desayuno o bañarse. Luego anota los pasos en orden para completar la tarea como si fuera un programa de computadora, con instrucciones claras y precisas. </a:t>
            </a:r>
            <a:r>
              <a:rPr lang="es-ES" b="0" i="0" dirty="0">
                <a:solidFill>
                  <a:srgbClr val="000000"/>
                </a:solidFill>
                <a:effectLst/>
                <a:latin typeface="-apple-system"/>
              </a:rPr>
              <a:t>20 minutos.</a:t>
            </a:r>
            <a:endParaRPr lang="es-ES" dirty="0"/>
          </a:p>
          <a:p>
            <a:pPr algn="just">
              <a:lnSpc>
                <a:spcPct val="200000"/>
              </a:lnSpc>
            </a:pPr>
            <a:endParaRPr lang="es-ES" dirty="0"/>
          </a:p>
        </p:txBody>
      </p:sp>
    </p:spTree>
    <p:extLst>
      <p:ext uri="{BB962C8B-B14F-4D97-AF65-F5344CB8AC3E}">
        <p14:creationId xmlns:p14="http://schemas.microsoft.com/office/powerpoint/2010/main" val="2494866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7518E809-18A9-F832-6FC8-0A813A64DAC0}"/>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014C4FF4-91BF-D291-7DD1-C57023B9BA99}"/>
              </a:ext>
            </a:extLst>
          </p:cNvPr>
          <p:cNvSpPr txBox="1"/>
          <p:nvPr/>
        </p:nvSpPr>
        <p:spPr>
          <a:xfrm>
            <a:off x="529389" y="753063"/>
            <a:ext cx="8250226" cy="4247317"/>
          </a:xfrm>
          <a:prstGeom prst="rect">
            <a:avLst/>
          </a:prstGeom>
          <a:noFill/>
        </p:spPr>
        <p:txBody>
          <a:bodyPr wrap="square">
            <a:spAutoFit/>
          </a:bodyPr>
          <a:lstStyle/>
          <a:p>
            <a:pPr>
              <a:buNone/>
            </a:pPr>
            <a:r>
              <a:rPr lang="es-ES" b="1" dirty="0"/>
              <a:t>Ejemplo 1: El Dilema del Despertador</a:t>
            </a:r>
          </a:p>
          <a:p>
            <a:pPr>
              <a:buNone/>
            </a:pPr>
            <a:r>
              <a:rPr lang="es-ES" dirty="0"/>
              <a:t>Este es un escenario clásico de decisión basada en una condición de tiempo.</a:t>
            </a:r>
          </a:p>
          <a:p>
            <a:pPr>
              <a:buNone/>
            </a:pPr>
            <a:r>
              <a:rPr lang="es-ES" b="1" dirty="0"/>
              <a:t>El Pseudocódigo (La lógica)</a:t>
            </a:r>
          </a:p>
          <a:p>
            <a:pPr>
              <a:buNone/>
            </a:pPr>
            <a:endParaRPr lang="es-ES" b="1" dirty="0"/>
          </a:p>
          <a:p>
            <a:pPr>
              <a:buFont typeface="Arial" panose="020B0604020202020204" pitchFamily="34" charset="0"/>
              <a:buChar char="•"/>
            </a:pPr>
            <a:r>
              <a:rPr lang="es-ES" b="1" dirty="0" err="1"/>
              <a:t>IF</a:t>
            </a:r>
            <a:r>
              <a:rPr lang="es-ES" b="1" dirty="0"/>
              <a:t> (Si):</a:t>
            </a:r>
            <a:r>
              <a:rPr lang="es-ES" dirty="0"/>
              <a:t> La alarma suena antes de las 7:00 AM.</a:t>
            </a:r>
          </a:p>
          <a:p>
            <a:pPr>
              <a:buFont typeface="Arial" panose="020B0604020202020204" pitchFamily="34" charset="0"/>
              <a:buChar char="•"/>
            </a:pPr>
            <a:r>
              <a:rPr lang="es-ES" b="1" dirty="0"/>
              <a:t>THEN (Entonces):</a:t>
            </a:r>
            <a:r>
              <a:rPr lang="es-ES" dirty="0"/>
              <a:t> Presiono el botón de "posponer" y duermo 10 minutos más.</a:t>
            </a:r>
          </a:p>
          <a:p>
            <a:pPr>
              <a:buFont typeface="Arial" panose="020B0604020202020204" pitchFamily="34" charset="0"/>
              <a:buChar char="•"/>
            </a:pPr>
            <a:r>
              <a:rPr lang="es-ES" b="1" dirty="0"/>
              <a:t>ELSE (Si no / De lo contrario):</a:t>
            </a:r>
            <a:r>
              <a:rPr lang="es-ES" dirty="0"/>
              <a:t> Me levanto de inmediato y voy a la ducha.</a:t>
            </a:r>
          </a:p>
          <a:p>
            <a:pPr>
              <a:buNone/>
            </a:pPr>
            <a:endParaRPr lang="es-ES" b="1" dirty="0"/>
          </a:p>
          <a:p>
            <a:pPr>
              <a:buNone/>
            </a:pPr>
            <a:r>
              <a:rPr lang="es-ES" b="1" dirty="0"/>
              <a:t>¿Por qué funciona para un programador?</a:t>
            </a:r>
          </a:p>
          <a:p>
            <a:pPr>
              <a:buNone/>
            </a:pPr>
            <a:endParaRPr lang="es-ES" b="1" dirty="0"/>
          </a:p>
          <a:p>
            <a:pPr>
              <a:buFont typeface="+mj-lt"/>
              <a:buAutoNum type="arabicPeriod"/>
            </a:pPr>
            <a:r>
              <a:rPr lang="es-ES" b="1" dirty="0"/>
              <a:t>Condición Clara:</a:t>
            </a:r>
            <a:r>
              <a:rPr lang="es-ES" dirty="0"/>
              <a:t> Solo hay dos estados posibles para la hora (es antes de las 7 o no lo es). No hay "quizás".</a:t>
            </a:r>
          </a:p>
          <a:p>
            <a:pPr>
              <a:buFont typeface="+mj-lt"/>
              <a:buAutoNum type="arabicPeriod"/>
            </a:pPr>
            <a:r>
              <a:rPr lang="es-ES" b="1" dirty="0"/>
              <a:t>Exclusividad:</a:t>
            </a:r>
            <a:r>
              <a:rPr lang="es-ES" dirty="0"/>
              <a:t> El </a:t>
            </a:r>
            <a:r>
              <a:rPr lang="es-ES" dirty="0" err="1">
                <a:latin typeface="Courier New" panose="02070309020205020404" pitchFamily="49" charset="0"/>
              </a:rPr>
              <a:t>else</a:t>
            </a:r>
            <a:r>
              <a:rPr lang="es-ES" dirty="0"/>
              <a:t> garantiza que si la primera condición no se cumple, </a:t>
            </a:r>
            <a:r>
              <a:rPr lang="es-ES" b="1" dirty="0"/>
              <a:t>sí o sí</a:t>
            </a:r>
            <a:r>
              <a:rPr lang="es-ES" dirty="0"/>
              <a:t> ocurrirá la segunda acción. Evita que el programa se quede "congelado" sin saber qué hacer.</a:t>
            </a:r>
          </a:p>
        </p:txBody>
      </p:sp>
    </p:spTree>
    <p:extLst>
      <p:ext uri="{BB962C8B-B14F-4D97-AF65-F5344CB8AC3E}">
        <p14:creationId xmlns:p14="http://schemas.microsoft.com/office/powerpoint/2010/main" val="2639909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0A66552B-818E-6BF9-898B-9E562DBF6A11}"/>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5E1D4035-4FCF-18E9-ED08-59DBBF5B8639}"/>
              </a:ext>
            </a:extLst>
          </p:cNvPr>
          <p:cNvSpPr txBox="1"/>
          <p:nvPr/>
        </p:nvSpPr>
        <p:spPr>
          <a:xfrm>
            <a:off x="330008" y="717691"/>
            <a:ext cx="8607736" cy="4801314"/>
          </a:xfrm>
          <a:prstGeom prst="rect">
            <a:avLst/>
          </a:prstGeom>
          <a:noFill/>
        </p:spPr>
        <p:txBody>
          <a:bodyPr wrap="square">
            <a:spAutoFit/>
          </a:bodyPr>
          <a:lstStyle/>
          <a:p>
            <a:pPr>
              <a:buNone/>
            </a:pPr>
            <a:r>
              <a:rPr lang="es-ES" b="1" dirty="0"/>
              <a:t>Ejemplo 2: La Compra en el Supermercado</a:t>
            </a:r>
          </a:p>
          <a:p>
            <a:pPr>
              <a:buNone/>
            </a:pPr>
            <a:endParaRPr lang="es-ES" b="1" dirty="0"/>
          </a:p>
          <a:p>
            <a:pPr>
              <a:buNone/>
            </a:pPr>
            <a:r>
              <a:rPr lang="es-ES" dirty="0"/>
              <a:t>Este ejemplo introduce la lógica de </a:t>
            </a:r>
            <a:r>
              <a:rPr lang="es-ES" b="1" dirty="0"/>
              <a:t>recursos o disponibilidad</a:t>
            </a:r>
            <a:r>
              <a:rPr lang="es-ES" dirty="0"/>
              <a:t>.</a:t>
            </a:r>
          </a:p>
          <a:p>
            <a:pPr>
              <a:buNone/>
            </a:pPr>
            <a:r>
              <a:rPr lang="es-ES" b="1" dirty="0"/>
              <a:t>El Pseudocódigo (La lógica)</a:t>
            </a:r>
          </a:p>
          <a:p>
            <a:pPr>
              <a:buNone/>
            </a:pPr>
            <a:endParaRPr lang="es-ES" b="1" dirty="0"/>
          </a:p>
          <a:p>
            <a:pPr>
              <a:buFont typeface="Arial" panose="020B0604020202020204" pitchFamily="34" charset="0"/>
              <a:buChar char="•"/>
            </a:pPr>
            <a:r>
              <a:rPr lang="es-ES" b="1" dirty="0" err="1"/>
              <a:t>IF</a:t>
            </a:r>
            <a:r>
              <a:rPr lang="es-ES" b="1" dirty="0"/>
              <a:t> (Si):</a:t>
            </a:r>
            <a:r>
              <a:rPr lang="es-ES" dirty="0"/>
              <a:t> Hay aguacates maduros en la tienda.</a:t>
            </a:r>
          </a:p>
          <a:p>
            <a:pPr>
              <a:buFont typeface="Arial" panose="020B0604020202020204" pitchFamily="34" charset="0"/>
              <a:buChar char="•"/>
            </a:pPr>
            <a:r>
              <a:rPr lang="es-ES" b="1" dirty="0"/>
              <a:t>THEN (Entonces):</a:t>
            </a:r>
            <a:r>
              <a:rPr lang="es-ES" dirty="0"/>
              <a:t> Compro dos y preparo guacamole esta tarde.</a:t>
            </a:r>
          </a:p>
          <a:p>
            <a:pPr>
              <a:buFont typeface="Arial" panose="020B0604020202020204" pitchFamily="34" charset="0"/>
              <a:buChar char="•"/>
            </a:pPr>
            <a:r>
              <a:rPr lang="es-ES" b="1" dirty="0"/>
              <a:t>ELSE (Si no / De lo contrario):</a:t>
            </a:r>
            <a:r>
              <a:rPr lang="es-ES" dirty="0"/>
              <a:t> Compro una bolsa de papas fritas y salsa embotellada.</a:t>
            </a:r>
          </a:p>
          <a:p>
            <a:pPr>
              <a:buFont typeface="Arial" panose="020B0604020202020204" pitchFamily="34" charset="0"/>
              <a:buChar char="•"/>
            </a:pPr>
            <a:endParaRPr lang="es-ES" dirty="0"/>
          </a:p>
          <a:p>
            <a:pPr>
              <a:buNone/>
            </a:pPr>
            <a:r>
              <a:rPr lang="es-ES" b="1" dirty="0"/>
              <a:t>¿Por qué funciona para un programador?</a:t>
            </a:r>
          </a:p>
          <a:p>
            <a:pPr>
              <a:buNone/>
            </a:pPr>
            <a:endParaRPr lang="es-ES" b="1" dirty="0"/>
          </a:p>
          <a:p>
            <a:pPr>
              <a:buFont typeface="+mj-lt"/>
              <a:buAutoNum type="arabicPeriod"/>
            </a:pPr>
            <a:r>
              <a:rPr lang="es-ES" b="1" dirty="0"/>
              <a:t>Manejo de Errores:</a:t>
            </a:r>
            <a:r>
              <a:rPr lang="es-ES" dirty="0"/>
              <a:t> En programación, el </a:t>
            </a:r>
            <a:r>
              <a:rPr lang="es-ES" dirty="0" err="1">
                <a:latin typeface="Courier New" panose="02070309020205020404" pitchFamily="49" charset="0"/>
              </a:rPr>
              <a:t>else</a:t>
            </a:r>
            <a:r>
              <a:rPr lang="es-ES" dirty="0"/>
              <a:t> a menudo funciona como un "Plan B". Si el recurso que buscas (el aguacate) no está disponible, el sistema no falla; simplemente ejecuta una ruta alternativa.</a:t>
            </a:r>
          </a:p>
          <a:p>
            <a:pPr>
              <a:buFont typeface="+mj-lt"/>
              <a:buAutoNum type="arabicPeriod"/>
            </a:pPr>
            <a:r>
              <a:rPr lang="es-ES" b="1" dirty="0"/>
              <a:t>Entrada de Datos:</a:t>
            </a:r>
            <a:r>
              <a:rPr lang="es-ES" dirty="0"/>
              <a:t> La "entrada" es el estado del aguacate. Dependiendo de ese dato, el "resultado" (tu cena) cambia por completo.</a:t>
            </a:r>
          </a:p>
        </p:txBody>
      </p:sp>
    </p:spTree>
    <p:extLst>
      <p:ext uri="{BB962C8B-B14F-4D97-AF65-F5344CB8AC3E}">
        <p14:creationId xmlns:p14="http://schemas.microsoft.com/office/powerpoint/2010/main" val="2968098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6A6E7BF0-B135-B3A2-AA7B-0FA3EEED85F3}"/>
              </a:ext>
            </a:extLst>
          </p:cNvPr>
          <p:cNvSpPr>
            <a:spLocks noGrp="1"/>
          </p:cNvSpPr>
          <p:nvPr>
            <p:ph type="ftr" sz="quarter" idx="11"/>
          </p:nvPr>
        </p:nvSpPr>
        <p:spPr/>
        <p:txBody>
          <a:bodyPr/>
          <a:lstStyle/>
          <a:p>
            <a:r>
              <a:rPr lang="es-ES"/>
              <a:t>Juan Marcelo Gutierrez M.</a:t>
            </a:r>
            <a:endParaRPr lang="es-ES" dirty="0"/>
          </a:p>
        </p:txBody>
      </p:sp>
      <p:graphicFrame>
        <p:nvGraphicFramePr>
          <p:cNvPr id="3" name="Tabla 2">
            <a:extLst>
              <a:ext uri="{FF2B5EF4-FFF2-40B4-BE49-F238E27FC236}">
                <a16:creationId xmlns:a16="http://schemas.microsoft.com/office/drawing/2014/main" id="{5A64155B-8C90-6BEE-184D-7F3365DEE8B9}"/>
              </a:ext>
            </a:extLst>
          </p:cNvPr>
          <p:cNvGraphicFramePr>
            <a:graphicFrameLocks noGrp="1"/>
          </p:cNvGraphicFramePr>
          <p:nvPr>
            <p:extLst>
              <p:ext uri="{D42A27DB-BD31-4B8C-83A1-F6EECF244321}">
                <p14:modId xmlns:p14="http://schemas.microsoft.com/office/powerpoint/2010/main" val="3182006060"/>
              </p:ext>
            </p:extLst>
          </p:nvPr>
        </p:nvGraphicFramePr>
        <p:xfrm>
          <a:off x="539571" y="2240280"/>
          <a:ext cx="7886700" cy="1188720"/>
        </p:xfrm>
        <a:graphic>
          <a:graphicData uri="http://schemas.openxmlformats.org/drawingml/2006/table">
            <a:tbl>
              <a:tblPr/>
              <a:tblGrid>
                <a:gridCol w="2628900">
                  <a:extLst>
                    <a:ext uri="{9D8B030D-6E8A-4147-A177-3AD203B41FA5}">
                      <a16:colId xmlns:a16="http://schemas.microsoft.com/office/drawing/2014/main" val="3868240501"/>
                    </a:ext>
                  </a:extLst>
                </a:gridCol>
                <a:gridCol w="2628900">
                  <a:extLst>
                    <a:ext uri="{9D8B030D-6E8A-4147-A177-3AD203B41FA5}">
                      <a16:colId xmlns:a16="http://schemas.microsoft.com/office/drawing/2014/main" val="1157396034"/>
                    </a:ext>
                  </a:extLst>
                </a:gridCol>
                <a:gridCol w="2628900">
                  <a:extLst>
                    <a:ext uri="{9D8B030D-6E8A-4147-A177-3AD203B41FA5}">
                      <a16:colId xmlns:a16="http://schemas.microsoft.com/office/drawing/2014/main" val="2174018588"/>
                    </a:ext>
                  </a:extLst>
                </a:gridCol>
              </a:tblGrid>
              <a:tr h="0">
                <a:tc>
                  <a:txBody>
                    <a:bodyPr/>
                    <a:lstStyle/>
                    <a:p>
                      <a:pPr>
                        <a:buNone/>
                      </a:pPr>
                      <a:r>
                        <a:rPr lang="es-ES" b="1">
                          <a:effectLst/>
                          <a:latin typeface="Google Sans Text"/>
                        </a:rPr>
                        <a:t>Paso</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b="1">
                          <a:effectLst/>
                          <a:latin typeface="Google Sans Text"/>
                        </a:rPr>
                        <a:t>Acción</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b="1">
                          <a:effectLst/>
                          <a:latin typeface="Google Sans Text"/>
                        </a:rPr>
                        <a:t>Pregunta Clave</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94705800"/>
                  </a:ext>
                </a:extLst>
              </a:tr>
              <a:tr h="0">
                <a:tc>
                  <a:txBody>
                    <a:bodyPr/>
                    <a:lstStyle/>
                    <a:p>
                      <a:pPr>
                        <a:buNone/>
                      </a:pPr>
                      <a:r>
                        <a:rPr lang="es-ES" b="1">
                          <a:effectLst/>
                          <a:latin typeface="Google Sans Text"/>
                        </a:rPr>
                        <a:t>1. La Condición</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a:effectLst/>
                          <a:latin typeface="Google Sans Text"/>
                        </a:rPr>
                        <a:t>Define qué estás evaluando.</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a:effectLst/>
                          <a:latin typeface="Google Sans Text"/>
                        </a:rPr>
                        <a:t>¿Esto es VERDADERO o FALSO?</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00868338"/>
                  </a:ext>
                </a:extLst>
              </a:tr>
              <a:tr h="0">
                <a:tc>
                  <a:txBody>
                    <a:bodyPr/>
                    <a:lstStyle/>
                    <a:p>
                      <a:pPr>
                        <a:buNone/>
                      </a:pPr>
                      <a:r>
                        <a:rPr lang="es-ES" b="1">
                          <a:effectLst/>
                          <a:latin typeface="Google Sans Text"/>
                        </a:rPr>
                        <a:t>2. El Bloque If</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a:effectLst/>
                          <a:latin typeface="Google Sans Text"/>
                        </a:rPr>
                        <a:t>Define la acción ideal.</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a:effectLst/>
                          <a:latin typeface="Google Sans Text"/>
                        </a:rPr>
                        <a:t>¿Qué pasa si se cumple?</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56131452"/>
                  </a:ext>
                </a:extLst>
              </a:tr>
              <a:tr h="0">
                <a:tc>
                  <a:txBody>
                    <a:bodyPr/>
                    <a:lstStyle/>
                    <a:p>
                      <a:pPr>
                        <a:buNone/>
                      </a:pPr>
                      <a:r>
                        <a:rPr lang="es-ES" b="1" dirty="0">
                          <a:effectLst/>
                          <a:latin typeface="Google Sans Text"/>
                        </a:rPr>
                        <a:t>3. El Bloque Else</a:t>
                      </a:r>
                      <a:endParaRPr lang="es-ES" dirty="0">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dirty="0">
                          <a:effectLst/>
                          <a:latin typeface="Google Sans Text"/>
                        </a:rPr>
                        <a:t>Define la alternativa.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dirty="0">
                          <a:effectLst/>
                          <a:latin typeface="Google Sans Text"/>
                        </a:rPr>
                        <a:t>¿Qué pasa si NO se cumple?</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29692966"/>
                  </a:ext>
                </a:extLst>
              </a:tr>
            </a:tbl>
          </a:graphicData>
        </a:graphic>
      </p:graphicFrame>
      <p:sp>
        <p:nvSpPr>
          <p:cNvPr id="4" name="Rectangle 1">
            <a:extLst>
              <a:ext uri="{FF2B5EF4-FFF2-40B4-BE49-F238E27FC236}">
                <a16:creationId xmlns:a16="http://schemas.microsoft.com/office/drawing/2014/main" id="{5155C1DC-849A-02C1-DD1F-DF3A5D79B411}"/>
              </a:ext>
            </a:extLst>
          </p:cNvPr>
          <p:cNvSpPr>
            <a:spLocks noChangeArrowheads="1"/>
          </p:cNvSpPr>
          <p:nvPr/>
        </p:nvSpPr>
        <p:spPr bwMode="auto">
          <a:xfrm>
            <a:off x="450194" y="980556"/>
            <a:ext cx="752502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dirty="0">
                <a:ln>
                  <a:noFill/>
                </a:ln>
                <a:solidFill>
                  <a:schemeClr val="tx1"/>
                </a:solidFill>
                <a:effectLst/>
                <a:latin typeface="Google Sans Text"/>
              </a:rPr>
              <a:t>Para aplicar esto a cualquier parte de tu vida, sigue estos tres pasos:</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53004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A5F628C0-7A8C-3F23-C664-8F0BB48105B2}"/>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76C2BFD7-413E-0E08-8BDB-D686054E24D0}"/>
              </a:ext>
            </a:extLst>
          </p:cNvPr>
          <p:cNvSpPr txBox="1"/>
          <p:nvPr/>
        </p:nvSpPr>
        <p:spPr>
          <a:xfrm>
            <a:off x="755964" y="572556"/>
            <a:ext cx="7632071" cy="3677032"/>
          </a:xfrm>
          <a:prstGeom prst="rect">
            <a:avLst/>
          </a:prstGeom>
          <a:noFill/>
        </p:spPr>
        <p:txBody>
          <a:bodyPr wrap="square">
            <a:spAutoFit/>
          </a:bodyPr>
          <a:lstStyle/>
          <a:p>
            <a:pPr algn="just">
              <a:lnSpc>
                <a:spcPct val="200000"/>
              </a:lnSpc>
            </a:pPr>
            <a:r>
              <a:rPr lang="es-ES" sz="2400" dirty="0"/>
              <a:t>2. condicionales </a:t>
            </a:r>
            <a:r>
              <a:rPr lang="es-ES" sz="2400" b="1" dirty="0" err="1">
                <a:solidFill>
                  <a:srgbClr val="FF0000"/>
                </a:solidFill>
              </a:rPr>
              <a:t>if</a:t>
            </a:r>
            <a:r>
              <a:rPr lang="es-ES" sz="2400" b="1" dirty="0">
                <a:solidFill>
                  <a:srgbClr val="FF0000"/>
                </a:solidFill>
              </a:rPr>
              <a:t>/</a:t>
            </a:r>
            <a:r>
              <a:rPr lang="es-ES" sz="2400" b="1" dirty="0" err="1">
                <a:solidFill>
                  <a:srgbClr val="FF0000"/>
                </a:solidFill>
              </a:rPr>
              <a:t>else</a:t>
            </a:r>
            <a:r>
              <a:rPr lang="es-ES" sz="2400" dirty="0"/>
              <a:t>: describe escenarios de tu vida y explica que sucedería </a:t>
            </a:r>
            <a:r>
              <a:rPr lang="es-ES" sz="2400" b="1" dirty="0" err="1">
                <a:solidFill>
                  <a:srgbClr val="FF0000"/>
                </a:solidFill>
              </a:rPr>
              <a:t>if</a:t>
            </a:r>
            <a:r>
              <a:rPr lang="es-ES" sz="2400" dirty="0"/>
              <a:t> (si) una cosa ocurre, </a:t>
            </a:r>
            <a:r>
              <a:rPr lang="es-ES" sz="2400" b="1" dirty="0" err="1">
                <a:solidFill>
                  <a:srgbClr val="FF0000"/>
                </a:solidFill>
              </a:rPr>
              <a:t>else</a:t>
            </a:r>
            <a:r>
              <a:rPr lang="es-ES" sz="2400" dirty="0"/>
              <a:t> (o si no) otra cosa. por ejemplo: </a:t>
            </a:r>
            <a:r>
              <a:rPr lang="es-ES" sz="2400" b="1" dirty="0" err="1">
                <a:solidFill>
                  <a:srgbClr val="FF0000"/>
                </a:solidFill>
              </a:rPr>
              <a:t>if</a:t>
            </a:r>
            <a:r>
              <a:rPr lang="es-ES" sz="2400" dirty="0"/>
              <a:t> llueve, me quedare adentro. </a:t>
            </a:r>
            <a:r>
              <a:rPr lang="es-ES" sz="2400" b="1" dirty="0" err="1">
                <a:solidFill>
                  <a:srgbClr val="FF0000"/>
                </a:solidFill>
              </a:rPr>
              <a:t>else</a:t>
            </a:r>
            <a:r>
              <a:rPr lang="es-ES" sz="2400" dirty="0"/>
              <a:t>, jugare afuera. </a:t>
            </a:r>
            <a:r>
              <a:rPr lang="es-ES" sz="2400" b="0" i="0" dirty="0">
                <a:solidFill>
                  <a:srgbClr val="000000"/>
                </a:solidFill>
                <a:effectLst/>
                <a:latin typeface="-apple-system"/>
              </a:rPr>
              <a:t>15 minutos.</a:t>
            </a:r>
            <a:endParaRPr lang="es-ES" sz="2400" dirty="0"/>
          </a:p>
          <a:p>
            <a:pPr algn="just">
              <a:lnSpc>
                <a:spcPct val="200000"/>
              </a:lnSpc>
            </a:pPr>
            <a:endParaRPr lang="es-ES" sz="2400" dirty="0"/>
          </a:p>
        </p:txBody>
      </p:sp>
    </p:spTree>
    <p:extLst>
      <p:ext uri="{BB962C8B-B14F-4D97-AF65-F5344CB8AC3E}">
        <p14:creationId xmlns:p14="http://schemas.microsoft.com/office/powerpoint/2010/main" val="4219489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759505CB-E773-5D49-D445-69DEC53B80E3}"/>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FB5111AE-7F82-2CA8-CBBC-9933DC7707D2}"/>
              </a:ext>
            </a:extLst>
          </p:cNvPr>
          <p:cNvSpPr txBox="1"/>
          <p:nvPr/>
        </p:nvSpPr>
        <p:spPr>
          <a:xfrm>
            <a:off x="563765" y="891563"/>
            <a:ext cx="7390827" cy="3970318"/>
          </a:xfrm>
          <a:prstGeom prst="rect">
            <a:avLst/>
          </a:prstGeom>
          <a:noFill/>
        </p:spPr>
        <p:txBody>
          <a:bodyPr wrap="square">
            <a:spAutoFit/>
          </a:bodyPr>
          <a:lstStyle/>
          <a:p>
            <a:pPr>
              <a:buNone/>
            </a:pPr>
            <a:r>
              <a:rPr lang="es-ES" b="1" dirty="0"/>
              <a:t>Ejemplo 1: El estado de la batería (Lógica de Recursos)</a:t>
            </a:r>
          </a:p>
          <a:p>
            <a:pPr>
              <a:buNone/>
            </a:pPr>
            <a:endParaRPr lang="es-ES" b="1" dirty="0"/>
          </a:p>
          <a:p>
            <a:pPr>
              <a:buNone/>
            </a:pPr>
            <a:r>
              <a:rPr lang="es-ES" dirty="0"/>
              <a:t>Este ejemplo es perfecto porque imita cómo funcionan los sistemas de ahorro de energía.</a:t>
            </a:r>
          </a:p>
          <a:p>
            <a:pPr>
              <a:buNone/>
            </a:pPr>
            <a:endParaRPr lang="es-ES" dirty="0"/>
          </a:p>
          <a:p>
            <a:pPr>
              <a:buFont typeface="Arial" panose="020B0604020202020204" pitchFamily="34" charset="0"/>
              <a:buChar char="•"/>
            </a:pPr>
            <a:r>
              <a:rPr lang="es-ES" b="1" dirty="0" err="1"/>
              <a:t>IF</a:t>
            </a:r>
            <a:r>
              <a:rPr lang="es-ES" b="1" dirty="0"/>
              <a:t> (Si):</a:t>
            </a:r>
            <a:r>
              <a:rPr lang="es-ES" dirty="0"/>
              <a:t> Mi celular tiene menos del </a:t>
            </a:r>
            <a:r>
              <a:rPr lang="es-ES" b="1" dirty="0"/>
              <a:t>15%</a:t>
            </a:r>
            <a:r>
              <a:rPr lang="es-ES" dirty="0"/>
              <a:t> de batería.</a:t>
            </a:r>
          </a:p>
          <a:p>
            <a:pPr>
              <a:buFont typeface="Arial" panose="020B0604020202020204" pitchFamily="34" charset="0"/>
              <a:buChar char="•"/>
            </a:pPr>
            <a:r>
              <a:rPr lang="es-ES" b="1" dirty="0"/>
              <a:t>THEN (Acción A):</a:t>
            </a:r>
            <a:r>
              <a:rPr lang="es-ES" dirty="0"/>
              <a:t> Lo pongo en "Modo Ahorro" y busco el cargador inmediatamente.</a:t>
            </a:r>
          </a:p>
          <a:p>
            <a:pPr>
              <a:buFont typeface="Arial" panose="020B0604020202020204" pitchFamily="34" charset="0"/>
              <a:buChar char="•"/>
            </a:pPr>
            <a:r>
              <a:rPr lang="es-ES" b="1" dirty="0"/>
              <a:t>ELSE (Si no):</a:t>
            </a:r>
            <a:r>
              <a:rPr lang="es-ES" dirty="0"/>
              <a:t> Sigo viendo videos o escuchando música tranquilamente.</a:t>
            </a:r>
          </a:p>
          <a:p>
            <a:pPr>
              <a:buNone/>
            </a:pPr>
            <a:endParaRPr lang="es-ES" b="1" dirty="0"/>
          </a:p>
          <a:p>
            <a:pPr>
              <a:buNone/>
            </a:pPr>
            <a:r>
              <a:rPr lang="es-ES" b="1" dirty="0"/>
              <a:t>¿Por qué funciona para un programador?</a:t>
            </a:r>
            <a:r>
              <a:rPr lang="es-ES" dirty="0"/>
              <a:t> Porque define un </a:t>
            </a:r>
            <a:r>
              <a:rPr lang="es-ES" b="1" dirty="0"/>
              <a:t>umbral numérico</a:t>
            </a:r>
            <a:r>
              <a:rPr lang="es-ES" dirty="0"/>
              <a:t>. El programador no dice "si tengo poca batería", dice "si batería &lt; 15". Esto elimina la ambigüedad y permite que la máquina tome una decisión exacta.</a:t>
            </a:r>
          </a:p>
        </p:txBody>
      </p:sp>
    </p:spTree>
    <p:extLst>
      <p:ext uri="{BB962C8B-B14F-4D97-AF65-F5344CB8AC3E}">
        <p14:creationId xmlns:p14="http://schemas.microsoft.com/office/powerpoint/2010/main" val="2272036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0110858E-0AEC-BCB3-928F-9DFA54D884A5}"/>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AB39A592-7941-BFE4-6192-CAFAE8CB8731}"/>
              </a:ext>
            </a:extLst>
          </p:cNvPr>
          <p:cNvSpPr txBox="1"/>
          <p:nvPr/>
        </p:nvSpPr>
        <p:spPr>
          <a:xfrm>
            <a:off x="481263" y="891563"/>
            <a:ext cx="8174599" cy="3693319"/>
          </a:xfrm>
          <a:prstGeom prst="rect">
            <a:avLst/>
          </a:prstGeom>
          <a:noFill/>
        </p:spPr>
        <p:txBody>
          <a:bodyPr wrap="square">
            <a:spAutoFit/>
          </a:bodyPr>
          <a:lstStyle/>
          <a:p>
            <a:pPr>
              <a:buNone/>
            </a:pPr>
            <a:r>
              <a:rPr lang="es-ES" b="1" dirty="0"/>
              <a:t>Ejemplo 2: El café de la mañana (Lógica de Dependencia)</a:t>
            </a:r>
          </a:p>
          <a:p>
            <a:pPr>
              <a:buNone/>
            </a:pPr>
            <a:r>
              <a:rPr lang="es-ES" dirty="0"/>
              <a:t>Este escenario explica cómo una acción depende totalmente de la existencia de un objeto.</a:t>
            </a:r>
          </a:p>
          <a:p>
            <a:pPr>
              <a:buNone/>
            </a:pPr>
            <a:endParaRPr lang="es-ES" dirty="0"/>
          </a:p>
          <a:p>
            <a:pPr>
              <a:buFont typeface="Arial" panose="020B0604020202020204" pitchFamily="34" charset="0"/>
              <a:buChar char="•"/>
            </a:pPr>
            <a:r>
              <a:rPr lang="es-ES" b="1" dirty="0" err="1"/>
              <a:t>IF</a:t>
            </a:r>
            <a:r>
              <a:rPr lang="es-ES" b="1" dirty="0"/>
              <a:t> (Si):</a:t>
            </a:r>
            <a:r>
              <a:rPr lang="es-ES" dirty="0"/>
              <a:t> Hay café molido en la despensa.</a:t>
            </a:r>
          </a:p>
          <a:p>
            <a:pPr>
              <a:buFont typeface="Arial" panose="020B0604020202020204" pitchFamily="34" charset="0"/>
              <a:buChar char="•"/>
            </a:pPr>
            <a:r>
              <a:rPr lang="es-ES" b="1" dirty="0"/>
              <a:t>THEN (Acción A):</a:t>
            </a:r>
            <a:r>
              <a:rPr lang="es-ES" dirty="0"/>
              <a:t> Preparo una taza grande para empezar el día con energía.</a:t>
            </a:r>
          </a:p>
          <a:p>
            <a:pPr>
              <a:buFont typeface="Arial" panose="020B0604020202020204" pitchFamily="34" charset="0"/>
              <a:buChar char="•"/>
            </a:pPr>
            <a:r>
              <a:rPr lang="es-ES" b="1" dirty="0"/>
              <a:t>ELSE (Si no):</a:t>
            </a:r>
            <a:r>
              <a:rPr lang="es-ES" dirty="0"/>
              <a:t> Me preparo un té verde y anoto "comprar café" en mi lista de pendientes.</a:t>
            </a:r>
          </a:p>
          <a:p>
            <a:pPr>
              <a:buFont typeface="Arial" panose="020B0604020202020204" pitchFamily="34" charset="0"/>
              <a:buChar char="•"/>
            </a:pPr>
            <a:endParaRPr lang="es-ES" dirty="0"/>
          </a:p>
          <a:p>
            <a:pPr>
              <a:buNone/>
            </a:pPr>
            <a:r>
              <a:rPr lang="es-ES" b="1" dirty="0"/>
              <a:t>¿Por qué funciona para un programador?</a:t>
            </a:r>
            <a:r>
              <a:rPr lang="es-ES" dirty="0"/>
              <a:t> Aquí aplicas la </a:t>
            </a:r>
            <a:r>
              <a:rPr lang="es-ES" b="1" dirty="0"/>
              <a:t>validación de datos</a:t>
            </a:r>
            <a:r>
              <a:rPr lang="es-ES" dirty="0"/>
              <a:t>. Antes de ejecutar la función "preparar café", el programa debe verificar si el ingrediente existe. El </a:t>
            </a:r>
            <a:r>
              <a:rPr lang="es-ES" dirty="0" err="1">
                <a:latin typeface="Courier New" panose="02070309020205020404" pitchFamily="49" charset="0"/>
              </a:rPr>
              <a:t>else</a:t>
            </a:r>
            <a:r>
              <a:rPr lang="es-ES" dirty="0"/>
              <a:t> es la ruta de escape para que el programa no "lance un error" (o en tu caso, no te quedes sin desayunar nada).</a:t>
            </a:r>
          </a:p>
        </p:txBody>
      </p:sp>
    </p:spTree>
    <p:extLst>
      <p:ext uri="{BB962C8B-B14F-4D97-AF65-F5344CB8AC3E}">
        <p14:creationId xmlns:p14="http://schemas.microsoft.com/office/powerpoint/2010/main" val="1816723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88458C41-29E2-3C75-3025-80755A823F6B}"/>
              </a:ext>
            </a:extLst>
          </p:cNvPr>
          <p:cNvSpPr>
            <a:spLocks noGrp="1"/>
          </p:cNvSpPr>
          <p:nvPr>
            <p:ph type="ftr" sz="quarter" idx="11"/>
          </p:nvPr>
        </p:nvSpPr>
        <p:spPr/>
        <p:txBody>
          <a:bodyPr/>
          <a:lstStyle/>
          <a:p>
            <a:r>
              <a:rPr lang="es-ES"/>
              <a:t>Juan Marcelo Gutierrez M.</a:t>
            </a:r>
            <a:endParaRPr lang="es-ES" dirty="0"/>
          </a:p>
        </p:txBody>
      </p:sp>
      <p:graphicFrame>
        <p:nvGraphicFramePr>
          <p:cNvPr id="3" name="Tabla 2">
            <a:extLst>
              <a:ext uri="{FF2B5EF4-FFF2-40B4-BE49-F238E27FC236}">
                <a16:creationId xmlns:a16="http://schemas.microsoft.com/office/drawing/2014/main" id="{076F21D8-FC2F-E58F-B3A5-B42296C31054}"/>
              </a:ext>
            </a:extLst>
          </p:cNvPr>
          <p:cNvGraphicFramePr>
            <a:graphicFrameLocks noGrp="1"/>
          </p:cNvGraphicFramePr>
          <p:nvPr>
            <p:extLst>
              <p:ext uri="{D42A27DB-BD31-4B8C-83A1-F6EECF244321}">
                <p14:modId xmlns:p14="http://schemas.microsoft.com/office/powerpoint/2010/main" val="1696499429"/>
              </p:ext>
            </p:extLst>
          </p:nvPr>
        </p:nvGraphicFramePr>
        <p:xfrm>
          <a:off x="394894" y="2034540"/>
          <a:ext cx="7886700" cy="1394460"/>
        </p:xfrm>
        <a:graphic>
          <a:graphicData uri="http://schemas.openxmlformats.org/drawingml/2006/table">
            <a:tbl>
              <a:tblPr/>
              <a:tblGrid>
                <a:gridCol w="2628900">
                  <a:extLst>
                    <a:ext uri="{9D8B030D-6E8A-4147-A177-3AD203B41FA5}">
                      <a16:colId xmlns:a16="http://schemas.microsoft.com/office/drawing/2014/main" val="4002636647"/>
                    </a:ext>
                  </a:extLst>
                </a:gridCol>
                <a:gridCol w="2628900">
                  <a:extLst>
                    <a:ext uri="{9D8B030D-6E8A-4147-A177-3AD203B41FA5}">
                      <a16:colId xmlns:a16="http://schemas.microsoft.com/office/drawing/2014/main" val="2542671357"/>
                    </a:ext>
                  </a:extLst>
                </a:gridCol>
                <a:gridCol w="2628900">
                  <a:extLst>
                    <a:ext uri="{9D8B030D-6E8A-4147-A177-3AD203B41FA5}">
                      <a16:colId xmlns:a16="http://schemas.microsoft.com/office/drawing/2014/main" val="1710068196"/>
                    </a:ext>
                  </a:extLst>
                </a:gridCol>
              </a:tblGrid>
              <a:tr h="0">
                <a:tc>
                  <a:txBody>
                    <a:bodyPr/>
                    <a:lstStyle/>
                    <a:p>
                      <a:pPr>
                        <a:buNone/>
                      </a:pPr>
                      <a:r>
                        <a:rPr lang="es-ES" b="1" dirty="0">
                          <a:effectLst/>
                          <a:latin typeface="Google Sans Text"/>
                        </a:rPr>
                        <a:t>Componente</a:t>
                      </a:r>
                      <a:endParaRPr lang="es-ES" dirty="0">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b="1">
                          <a:effectLst/>
                          <a:latin typeface="Google Sans Text"/>
                        </a:rPr>
                        <a:t>Qué representa</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b="1">
                          <a:effectLst/>
                          <a:latin typeface="Google Sans Text"/>
                        </a:rPr>
                        <a:t>Ejemplo rápido</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38866513"/>
                  </a:ext>
                </a:extLst>
              </a:tr>
              <a:tr h="0">
                <a:tc>
                  <a:txBody>
                    <a:bodyPr/>
                    <a:lstStyle/>
                    <a:p>
                      <a:pPr>
                        <a:buNone/>
                      </a:pPr>
                      <a:r>
                        <a:rPr lang="es-ES" b="1">
                          <a:effectLst/>
                          <a:latin typeface="Google Sans Text"/>
                        </a:rPr>
                        <a:t>Condición</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a:effectLst/>
                          <a:latin typeface="Google Sans Text"/>
                        </a:rPr>
                        <a:t>El "sensor" o la pregunta.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a:effectLst/>
                          <a:latin typeface="Google Sans Text"/>
                        </a:rPr>
                        <a:t>¿Tengo dinero en la billetera?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31517530"/>
                  </a:ext>
                </a:extLst>
              </a:tr>
              <a:tr h="0">
                <a:tc>
                  <a:txBody>
                    <a:bodyPr/>
                    <a:lstStyle/>
                    <a:p>
                      <a:pPr>
                        <a:buNone/>
                      </a:pPr>
                      <a:r>
                        <a:rPr lang="es-ES" b="1">
                          <a:effectLst/>
                          <a:latin typeface="Google Sans Text"/>
                        </a:rPr>
                        <a:t>If (True)</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a:effectLst/>
                          <a:latin typeface="Google Sans Text"/>
                        </a:rPr>
                        <a:t>Lo que haces si la respuesta es SÍ.</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a:effectLst/>
                          <a:latin typeface="Google Sans Text"/>
                        </a:rPr>
                        <a:t>Compro un helado.</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22514413"/>
                  </a:ext>
                </a:extLst>
              </a:tr>
              <a:tr h="0">
                <a:tc>
                  <a:txBody>
                    <a:bodyPr/>
                    <a:lstStyle/>
                    <a:p>
                      <a:pPr>
                        <a:buNone/>
                      </a:pPr>
                      <a:r>
                        <a:rPr lang="es-ES" b="1">
                          <a:effectLst/>
                          <a:latin typeface="Google Sans Text"/>
                        </a:rPr>
                        <a:t>Else (False)</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a:effectLst/>
                          <a:latin typeface="Google Sans Text"/>
                        </a:rPr>
                        <a:t>Lo que haces si la respuesta es NO.</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dirty="0">
                          <a:effectLst/>
                          <a:latin typeface="Google Sans Text"/>
                        </a:rPr>
                        <a:t>Sigo caminando y tomo agua en casa.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89246786"/>
                  </a:ext>
                </a:extLst>
              </a:tr>
            </a:tbl>
          </a:graphicData>
        </a:graphic>
      </p:graphicFrame>
      <p:sp>
        <p:nvSpPr>
          <p:cNvPr id="4" name="Rectangle 1">
            <a:extLst>
              <a:ext uri="{FF2B5EF4-FFF2-40B4-BE49-F238E27FC236}">
                <a16:creationId xmlns:a16="http://schemas.microsoft.com/office/drawing/2014/main" id="{94F67436-3B07-2B2B-B3DE-123DD3D4B7F5}"/>
              </a:ext>
            </a:extLst>
          </p:cNvPr>
          <p:cNvSpPr>
            <a:spLocks noChangeArrowheads="1"/>
          </p:cNvSpPr>
          <p:nvPr/>
        </p:nvSpPr>
        <p:spPr bwMode="auto">
          <a:xfrm>
            <a:off x="491146" y="361702"/>
            <a:ext cx="838472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000" b="1" i="0" u="none" strike="noStrike" cap="none" normalizeH="0" baseline="0" dirty="0">
                <a:ln>
                  <a:noFill/>
                </a:ln>
                <a:solidFill>
                  <a:schemeClr val="tx1"/>
                </a:solidFill>
                <a:effectLst/>
                <a:latin typeface="Google Sans"/>
              </a:rPr>
              <a:t>Guía rápida para tus 15 minutos de práctica:</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000" b="0" i="0" u="none" strike="noStrike" cap="none" normalizeH="0" baseline="0" dirty="0">
                <a:ln>
                  <a:noFill/>
                </a:ln>
                <a:solidFill>
                  <a:schemeClr val="tx1"/>
                </a:solidFill>
                <a:effectLst/>
                <a:latin typeface="Google Sans Text"/>
              </a:rPr>
              <a:t>Para que este ejercicio te rinda, intenta escribir 3 ejemplos</a:t>
            </a:r>
          </a:p>
          <a:p>
            <a:pPr marL="0" marR="0" lvl="0" indent="0" defTabSz="914400" rtl="0" eaLnBrk="0" fontAlgn="base" latinLnBrk="0" hangingPunct="0">
              <a:lnSpc>
                <a:spcPct val="100000"/>
              </a:lnSpc>
              <a:spcBef>
                <a:spcPct val="0"/>
              </a:spcBef>
              <a:spcAft>
                <a:spcPct val="0"/>
              </a:spcAft>
              <a:buClrTx/>
              <a:buSzTx/>
              <a:buFontTx/>
              <a:buNone/>
              <a:tabLst/>
            </a:pPr>
            <a:r>
              <a:rPr kumimoji="0" lang="es-ES" altLang="es-ES" sz="2000" b="0" i="0" u="none" strike="noStrike" cap="none" normalizeH="0" baseline="0" dirty="0">
                <a:ln>
                  <a:noFill/>
                </a:ln>
                <a:solidFill>
                  <a:schemeClr val="tx1"/>
                </a:solidFill>
                <a:effectLst/>
                <a:latin typeface="Google Sans Text"/>
              </a:rPr>
              <a:t> propios siguiendo esta estructura de tabla:</a:t>
            </a:r>
            <a:endParaRPr kumimoji="0" lang="es-ES" altLang="es-E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91437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F9EC153-E5C8-8B89-3576-EE4970C4EAEC}"/>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04090C07-B7B2-F343-F94C-B2E17DE21AAC}"/>
              </a:ext>
            </a:extLst>
          </p:cNvPr>
          <p:cNvSpPr txBox="1"/>
          <p:nvPr/>
        </p:nvSpPr>
        <p:spPr>
          <a:xfrm>
            <a:off x="423249" y="1553784"/>
            <a:ext cx="8297502" cy="3677032"/>
          </a:xfrm>
          <a:prstGeom prst="rect">
            <a:avLst/>
          </a:prstGeom>
          <a:noFill/>
        </p:spPr>
        <p:txBody>
          <a:bodyPr wrap="square">
            <a:spAutoFit/>
          </a:bodyPr>
          <a:lstStyle/>
          <a:p>
            <a:pPr algn="just">
              <a:lnSpc>
                <a:spcPct val="200000"/>
              </a:lnSpc>
            </a:pPr>
            <a:r>
              <a:rPr lang="es-ES" sz="2400" dirty="0"/>
              <a:t>3. Bucles </a:t>
            </a:r>
            <a:r>
              <a:rPr lang="es-ES" sz="2400" b="1" dirty="0" err="1">
                <a:solidFill>
                  <a:srgbClr val="FF0000"/>
                </a:solidFill>
              </a:rPr>
              <a:t>while</a:t>
            </a:r>
            <a:r>
              <a:rPr lang="es-ES" sz="2400" b="1" dirty="0">
                <a:solidFill>
                  <a:srgbClr val="FF0000"/>
                </a:solidFill>
              </a:rPr>
              <a:t> (mientras)</a:t>
            </a:r>
            <a:r>
              <a:rPr lang="es-ES" sz="2400" dirty="0"/>
              <a:t>: escoge una actividad que se repite como lavar los platos o limpiar. Usa la palabra </a:t>
            </a:r>
            <a:r>
              <a:rPr lang="es-ES" sz="2400" b="1" dirty="0" err="1">
                <a:solidFill>
                  <a:srgbClr val="FF0000"/>
                </a:solidFill>
              </a:rPr>
              <a:t>while</a:t>
            </a:r>
            <a:r>
              <a:rPr lang="es-ES" sz="2400" dirty="0"/>
              <a:t> para explicar como continua la tarea hasta completarla. Por ejemplo: </a:t>
            </a:r>
            <a:r>
              <a:rPr lang="es-ES" sz="2400" b="1" dirty="0" err="1">
                <a:solidFill>
                  <a:srgbClr val="FF0000"/>
                </a:solidFill>
              </a:rPr>
              <a:t>while</a:t>
            </a:r>
            <a:r>
              <a:rPr lang="es-ES" sz="2400" dirty="0"/>
              <a:t> haya platos sucios, los lavare. </a:t>
            </a:r>
            <a:r>
              <a:rPr lang="es-ES" sz="2400" b="0" i="0" dirty="0">
                <a:solidFill>
                  <a:srgbClr val="000000"/>
                </a:solidFill>
                <a:effectLst/>
                <a:latin typeface="-apple-system"/>
              </a:rPr>
              <a:t>15 minutos.</a:t>
            </a:r>
            <a:endParaRPr lang="es-ES" sz="2400" dirty="0"/>
          </a:p>
          <a:p>
            <a:pPr algn="just">
              <a:lnSpc>
                <a:spcPct val="200000"/>
              </a:lnSpc>
            </a:pPr>
            <a:endParaRPr lang="es-ES" sz="2400" dirty="0"/>
          </a:p>
        </p:txBody>
      </p:sp>
      <p:sp>
        <p:nvSpPr>
          <p:cNvPr id="5" name="CuadroTexto 4">
            <a:extLst>
              <a:ext uri="{FF2B5EF4-FFF2-40B4-BE49-F238E27FC236}">
                <a16:creationId xmlns:a16="http://schemas.microsoft.com/office/drawing/2014/main" id="{41A8196B-6FF3-A90E-57F3-625B324CA4EB}"/>
              </a:ext>
            </a:extLst>
          </p:cNvPr>
          <p:cNvSpPr txBox="1"/>
          <p:nvPr/>
        </p:nvSpPr>
        <p:spPr>
          <a:xfrm>
            <a:off x="423249" y="461090"/>
            <a:ext cx="7964480" cy="646331"/>
          </a:xfrm>
          <a:prstGeom prst="rect">
            <a:avLst/>
          </a:prstGeom>
          <a:noFill/>
        </p:spPr>
        <p:txBody>
          <a:bodyPr wrap="square">
            <a:spAutoFit/>
          </a:bodyPr>
          <a:lstStyle/>
          <a:p>
            <a:r>
              <a:rPr lang="es-ES" dirty="0"/>
              <a:t>Pensar con un bucle </a:t>
            </a:r>
            <a:r>
              <a:rPr lang="es-ES" dirty="0" err="1"/>
              <a:t>while</a:t>
            </a:r>
            <a:r>
              <a:rPr lang="es-ES" dirty="0"/>
              <a:t> significa definir una condición de parada. Mientras esa condición sea verdad, tú sigues trabajando.</a:t>
            </a:r>
          </a:p>
        </p:txBody>
      </p:sp>
    </p:spTree>
    <p:extLst>
      <p:ext uri="{BB962C8B-B14F-4D97-AF65-F5344CB8AC3E}">
        <p14:creationId xmlns:p14="http://schemas.microsoft.com/office/powerpoint/2010/main" val="3652955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E3189EDF-7AB5-4FB2-8158-F28054FD4F7D}"/>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7A7268CE-4CE1-2DD3-C316-A1EA974C80AA}"/>
              </a:ext>
            </a:extLst>
          </p:cNvPr>
          <p:cNvSpPr txBox="1"/>
          <p:nvPr/>
        </p:nvSpPr>
        <p:spPr>
          <a:xfrm>
            <a:off x="366665" y="676375"/>
            <a:ext cx="8143591" cy="923330"/>
          </a:xfrm>
          <a:prstGeom prst="rect">
            <a:avLst/>
          </a:prstGeom>
          <a:noFill/>
        </p:spPr>
        <p:txBody>
          <a:bodyPr wrap="square">
            <a:spAutoFit/>
          </a:bodyPr>
          <a:lstStyle/>
          <a:p>
            <a:pPr algn="just"/>
            <a:r>
              <a:rPr lang="es-ES" dirty="0"/>
              <a:t>4. listas y </a:t>
            </a:r>
            <a:r>
              <a:rPr lang="es-ES" b="1" dirty="0" err="1">
                <a:solidFill>
                  <a:srgbClr val="FF0000"/>
                </a:solidFill>
              </a:rPr>
              <a:t>strings</a:t>
            </a:r>
            <a:r>
              <a:rPr lang="es-ES" b="1" dirty="0">
                <a:solidFill>
                  <a:srgbClr val="FF0000"/>
                </a:solidFill>
              </a:rPr>
              <a:t> (texto)</a:t>
            </a:r>
            <a:r>
              <a:rPr lang="es-ES" dirty="0"/>
              <a:t>: crea una lista de tu clase con nombres o una cadena de texto (</a:t>
            </a:r>
            <a:r>
              <a:rPr lang="es-ES" b="1" dirty="0" err="1">
                <a:solidFill>
                  <a:srgbClr val="FF0000"/>
                </a:solidFill>
              </a:rPr>
              <a:t>string</a:t>
            </a:r>
            <a:r>
              <a:rPr lang="es-ES" dirty="0"/>
              <a:t>) con la frase favorita. Luego usa índices para acceder a elementos específicos. </a:t>
            </a:r>
            <a:r>
              <a:rPr lang="es-ES" b="0" i="0" dirty="0">
                <a:solidFill>
                  <a:srgbClr val="000000"/>
                </a:solidFill>
                <a:effectLst/>
                <a:latin typeface="-apple-system"/>
              </a:rPr>
              <a:t>20 minutos.</a:t>
            </a:r>
            <a:endParaRPr lang="es-ES" dirty="0"/>
          </a:p>
        </p:txBody>
      </p:sp>
      <p:sp>
        <p:nvSpPr>
          <p:cNvPr id="6" name="CuadroTexto 5">
            <a:extLst>
              <a:ext uri="{FF2B5EF4-FFF2-40B4-BE49-F238E27FC236}">
                <a16:creationId xmlns:a16="http://schemas.microsoft.com/office/drawing/2014/main" id="{88663F2C-1EEA-A178-78AC-7063F34E995C}"/>
              </a:ext>
            </a:extLst>
          </p:cNvPr>
          <p:cNvSpPr txBox="1"/>
          <p:nvPr/>
        </p:nvSpPr>
        <p:spPr>
          <a:xfrm>
            <a:off x="783125" y="1853324"/>
            <a:ext cx="7500796" cy="646331"/>
          </a:xfrm>
          <a:prstGeom prst="rect">
            <a:avLst/>
          </a:prstGeom>
          <a:noFill/>
        </p:spPr>
        <p:txBody>
          <a:bodyPr wrap="square">
            <a:spAutoFit/>
          </a:bodyPr>
          <a:lstStyle/>
          <a:p>
            <a:r>
              <a:rPr lang="es-ES" dirty="0" err="1"/>
              <a:t>serpList</a:t>
            </a:r>
            <a:r>
              <a:rPr lang="es-ES" dirty="0"/>
              <a:t> = {"Boa": "Serpiente Constrictora", "Pitón": "Serpiente Constrictora", "Cobra": "Culebra venenosa", "Víbora Rayada": "Culebra Inofensiva"}</a:t>
            </a:r>
          </a:p>
        </p:txBody>
      </p:sp>
      <p:sp>
        <p:nvSpPr>
          <p:cNvPr id="8" name="CuadroTexto 7">
            <a:extLst>
              <a:ext uri="{FF2B5EF4-FFF2-40B4-BE49-F238E27FC236}">
                <a16:creationId xmlns:a16="http://schemas.microsoft.com/office/drawing/2014/main" id="{258DF99F-F179-5557-3D9D-66C557F5D12D}"/>
              </a:ext>
            </a:extLst>
          </p:cNvPr>
          <p:cNvSpPr txBox="1"/>
          <p:nvPr/>
        </p:nvSpPr>
        <p:spPr>
          <a:xfrm>
            <a:off x="430040" y="3244334"/>
            <a:ext cx="4572000" cy="369332"/>
          </a:xfrm>
          <a:prstGeom prst="rect">
            <a:avLst/>
          </a:prstGeom>
          <a:noFill/>
        </p:spPr>
        <p:txBody>
          <a:bodyPr wrap="square">
            <a:spAutoFit/>
          </a:bodyPr>
          <a:lstStyle/>
          <a:p>
            <a:pPr algn="l" fontAlgn="base"/>
            <a:r>
              <a:rPr lang="es-ES" b="1" i="0" dirty="0">
                <a:effectLst/>
                <a:latin typeface="-apple-system"/>
              </a:rPr>
              <a:t>Acceder a elementos en la lista</a:t>
            </a:r>
          </a:p>
        </p:txBody>
      </p:sp>
      <p:sp>
        <p:nvSpPr>
          <p:cNvPr id="10" name="CuadroTexto 9">
            <a:extLst>
              <a:ext uri="{FF2B5EF4-FFF2-40B4-BE49-F238E27FC236}">
                <a16:creationId xmlns:a16="http://schemas.microsoft.com/office/drawing/2014/main" id="{7D2E2B40-B3B1-C42A-C17D-60017E9CBC08}"/>
              </a:ext>
            </a:extLst>
          </p:cNvPr>
          <p:cNvSpPr txBox="1"/>
          <p:nvPr/>
        </p:nvSpPr>
        <p:spPr>
          <a:xfrm>
            <a:off x="1109049" y="3846926"/>
            <a:ext cx="4572000" cy="369332"/>
          </a:xfrm>
          <a:prstGeom prst="rect">
            <a:avLst/>
          </a:prstGeom>
          <a:noFill/>
        </p:spPr>
        <p:txBody>
          <a:bodyPr wrap="square">
            <a:spAutoFit/>
          </a:bodyPr>
          <a:lstStyle/>
          <a:p>
            <a:r>
              <a:rPr lang="es-ES" dirty="0" err="1"/>
              <a:t>mi_lista</a:t>
            </a:r>
            <a:r>
              <a:rPr lang="es-ES" dirty="0"/>
              <a:t>[0]</a:t>
            </a:r>
          </a:p>
        </p:txBody>
      </p:sp>
      <p:sp>
        <p:nvSpPr>
          <p:cNvPr id="12" name="CuadroTexto 11">
            <a:extLst>
              <a:ext uri="{FF2B5EF4-FFF2-40B4-BE49-F238E27FC236}">
                <a16:creationId xmlns:a16="http://schemas.microsoft.com/office/drawing/2014/main" id="{DA95DCA1-140D-C73D-FF39-2C891B838D1D}"/>
              </a:ext>
            </a:extLst>
          </p:cNvPr>
          <p:cNvSpPr txBox="1"/>
          <p:nvPr/>
        </p:nvSpPr>
        <p:spPr>
          <a:xfrm>
            <a:off x="1109049" y="4460009"/>
            <a:ext cx="4572000" cy="646331"/>
          </a:xfrm>
          <a:prstGeom prst="rect">
            <a:avLst/>
          </a:prstGeom>
          <a:noFill/>
        </p:spPr>
        <p:txBody>
          <a:bodyPr wrap="square">
            <a:spAutoFit/>
          </a:bodyPr>
          <a:lstStyle/>
          <a:p>
            <a:r>
              <a:rPr lang="es-ES" dirty="0"/>
              <a:t>&gt;&gt;&gt; </a:t>
            </a:r>
            <a:r>
              <a:rPr lang="es-ES" dirty="0" err="1"/>
              <a:t>serpList</a:t>
            </a:r>
            <a:r>
              <a:rPr lang="es-ES" dirty="0"/>
              <a:t> [0]</a:t>
            </a:r>
          </a:p>
          <a:p>
            <a:r>
              <a:rPr lang="es-ES" dirty="0"/>
              <a:t>Boa</a:t>
            </a:r>
          </a:p>
        </p:txBody>
      </p:sp>
      <p:sp>
        <p:nvSpPr>
          <p:cNvPr id="15" name="CuadroTexto 14">
            <a:extLst>
              <a:ext uri="{FF2B5EF4-FFF2-40B4-BE49-F238E27FC236}">
                <a16:creationId xmlns:a16="http://schemas.microsoft.com/office/drawing/2014/main" id="{09DFEA2D-FDC5-AC50-187A-DF92B6D6BE63}"/>
              </a:ext>
            </a:extLst>
          </p:cNvPr>
          <p:cNvSpPr txBox="1"/>
          <p:nvPr/>
        </p:nvSpPr>
        <p:spPr>
          <a:xfrm>
            <a:off x="1109049" y="5256527"/>
            <a:ext cx="4572000" cy="646331"/>
          </a:xfrm>
          <a:prstGeom prst="rect">
            <a:avLst/>
          </a:prstGeom>
          <a:noFill/>
        </p:spPr>
        <p:txBody>
          <a:bodyPr wrap="square">
            <a:spAutoFit/>
          </a:bodyPr>
          <a:lstStyle/>
          <a:p>
            <a:r>
              <a:rPr lang="es-ES" dirty="0"/>
              <a:t>&gt;&gt;&gt; </a:t>
            </a:r>
            <a:r>
              <a:rPr lang="es-ES" dirty="0" err="1"/>
              <a:t>serpList</a:t>
            </a:r>
            <a:r>
              <a:rPr lang="es-ES" dirty="0"/>
              <a:t> [5]</a:t>
            </a:r>
          </a:p>
          <a:p>
            <a:r>
              <a:rPr lang="es-ES" dirty="0"/>
              <a:t>Culebra venenosa</a:t>
            </a:r>
          </a:p>
        </p:txBody>
      </p:sp>
    </p:spTree>
    <p:extLst>
      <p:ext uri="{BB962C8B-B14F-4D97-AF65-F5344CB8AC3E}">
        <p14:creationId xmlns:p14="http://schemas.microsoft.com/office/powerpoint/2010/main" val="2732290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D5018AF3-4B76-B775-1AE4-1CBD41AF8C3D}"/>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0E9B2E42-E05B-578E-295B-2CE376F6C695}"/>
              </a:ext>
            </a:extLst>
          </p:cNvPr>
          <p:cNvSpPr txBox="1"/>
          <p:nvPr/>
        </p:nvSpPr>
        <p:spPr>
          <a:xfrm>
            <a:off x="728769" y="753063"/>
            <a:ext cx="7610833" cy="4247317"/>
          </a:xfrm>
          <a:prstGeom prst="rect">
            <a:avLst/>
          </a:prstGeom>
          <a:noFill/>
        </p:spPr>
        <p:txBody>
          <a:bodyPr wrap="square">
            <a:spAutoFit/>
          </a:bodyPr>
          <a:lstStyle/>
          <a:p>
            <a:pPr>
              <a:buNone/>
            </a:pPr>
            <a:r>
              <a:rPr lang="es-ES" b="1" dirty="0"/>
              <a:t>Ejemplo 1: Llenar un vaso de agua</a:t>
            </a:r>
          </a:p>
          <a:p>
            <a:pPr>
              <a:buNone/>
            </a:pPr>
            <a:r>
              <a:rPr lang="es-ES" dirty="0"/>
              <a:t>Este es un ejemplo de control de flujo basado en un sensor visual.</a:t>
            </a:r>
          </a:p>
          <a:p>
            <a:pPr>
              <a:buNone/>
            </a:pPr>
            <a:endParaRPr lang="es-ES" dirty="0"/>
          </a:p>
          <a:p>
            <a:pPr>
              <a:buNone/>
            </a:pPr>
            <a:r>
              <a:rPr lang="es-ES" b="1" dirty="0"/>
              <a:t>La Lógica del Bucle</a:t>
            </a:r>
          </a:p>
          <a:p>
            <a:pPr>
              <a:buFont typeface="Arial" panose="020B0604020202020204" pitchFamily="34" charset="0"/>
              <a:buChar char="•"/>
            </a:pPr>
            <a:r>
              <a:rPr lang="es-ES" b="1" dirty="0"/>
              <a:t>WHILE (Mientras):</a:t>
            </a:r>
            <a:r>
              <a:rPr lang="es-ES" dirty="0"/>
              <a:t> El vaso NO esté lleno.</a:t>
            </a:r>
          </a:p>
          <a:p>
            <a:pPr>
              <a:buFont typeface="Arial" panose="020B0604020202020204" pitchFamily="34" charset="0"/>
              <a:buChar char="•"/>
            </a:pPr>
            <a:r>
              <a:rPr lang="es-ES" b="1" dirty="0"/>
              <a:t>ACCIÓN:</a:t>
            </a:r>
            <a:r>
              <a:rPr lang="es-ES" dirty="0"/>
              <a:t> Mantener el grifo abierto y observar el nivel del agua.</a:t>
            </a:r>
          </a:p>
          <a:p>
            <a:pPr>
              <a:buFont typeface="Arial" panose="020B0604020202020204" pitchFamily="34" charset="0"/>
              <a:buChar char="•"/>
            </a:pPr>
            <a:r>
              <a:rPr lang="es-ES" b="1" dirty="0"/>
              <a:t>CONDICIÓN DE SALIDA:</a:t>
            </a:r>
            <a:r>
              <a:rPr lang="es-ES" dirty="0"/>
              <a:t> En el momento en que el agua llega al borde, la condición "el vaso no está lleno" se vuelve </a:t>
            </a:r>
            <a:r>
              <a:rPr lang="es-ES" b="1" dirty="0"/>
              <a:t>falsa</a:t>
            </a:r>
            <a:r>
              <a:rPr lang="es-ES" dirty="0"/>
              <a:t>.</a:t>
            </a:r>
          </a:p>
          <a:p>
            <a:pPr>
              <a:buFont typeface="Arial" panose="020B0604020202020204" pitchFamily="34" charset="0"/>
              <a:buChar char="•"/>
            </a:pPr>
            <a:r>
              <a:rPr lang="es-ES" b="1" dirty="0"/>
              <a:t>RESULTADO:</a:t>
            </a:r>
            <a:r>
              <a:rPr lang="es-ES" dirty="0"/>
              <a:t> Cierras el grifo y el bucle termina.</a:t>
            </a:r>
          </a:p>
          <a:p>
            <a:pPr>
              <a:buNone/>
            </a:pPr>
            <a:endParaRPr lang="es-ES" b="1" dirty="0"/>
          </a:p>
          <a:p>
            <a:pPr>
              <a:buNone/>
            </a:pPr>
            <a:r>
              <a:rPr lang="es-ES" b="1" dirty="0"/>
              <a:t>¿Por qué funciona para un programador?</a:t>
            </a:r>
          </a:p>
          <a:p>
            <a:pPr>
              <a:buNone/>
            </a:pPr>
            <a:r>
              <a:rPr lang="es-ES" dirty="0"/>
              <a:t>Porque evita el desastre. Si no tuvieras un </a:t>
            </a:r>
            <a:r>
              <a:rPr lang="es-ES" dirty="0" err="1">
                <a:latin typeface="Courier New" panose="02070309020205020404" pitchFamily="49" charset="0"/>
              </a:rPr>
              <a:t>while</a:t>
            </a:r>
            <a:r>
              <a:rPr lang="es-ES" dirty="0"/>
              <a:t>, tendrías que decirle a tu cerebro: "echa agua 1 segundo, echa agua otro segundo...". Con el </a:t>
            </a:r>
            <a:r>
              <a:rPr lang="es-ES" dirty="0" err="1">
                <a:latin typeface="Courier New" panose="02070309020205020404" pitchFamily="49" charset="0"/>
              </a:rPr>
              <a:t>while</a:t>
            </a:r>
            <a:r>
              <a:rPr lang="es-ES" dirty="0"/>
              <a:t>, el programa se autogestiona evaluando el estado del vaso constantemente.</a:t>
            </a:r>
          </a:p>
        </p:txBody>
      </p:sp>
    </p:spTree>
    <p:extLst>
      <p:ext uri="{BB962C8B-B14F-4D97-AF65-F5344CB8AC3E}">
        <p14:creationId xmlns:p14="http://schemas.microsoft.com/office/powerpoint/2010/main" val="755584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186E8420-6258-969F-EF5B-1A19353300F7}"/>
              </a:ext>
            </a:extLst>
          </p:cNvPr>
          <p:cNvSpPr>
            <a:spLocks noGrp="1"/>
          </p:cNvSpPr>
          <p:nvPr>
            <p:ph type="ftr" sz="quarter" idx="11"/>
          </p:nvPr>
        </p:nvSpPr>
        <p:spPr/>
        <p:txBody>
          <a:bodyPr/>
          <a:lstStyle/>
          <a:p>
            <a:r>
              <a:rPr lang="es-ES"/>
              <a:t>Juan Marcelo Gutierrez M.</a:t>
            </a:r>
            <a:endParaRPr lang="es-ES" dirty="0"/>
          </a:p>
        </p:txBody>
      </p:sp>
      <p:sp>
        <p:nvSpPr>
          <p:cNvPr id="5" name="CuadroTexto 4">
            <a:extLst>
              <a:ext uri="{FF2B5EF4-FFF2-40B4-BE49-F238E27FC236}">
                <a16:creationId xmlns:a16="http://schemas.microsoft.com/office/drawing/2014/main" id="{67B118D4-C769-9B3A-6C63-39E71C7ED5BF}"/>
              </a:ext>
            </a:extLst>
          </p:cNvPr>
          <p:cNvSpPr txBox="1"/>
          <p:nvPr/>
        </p:nvSpPr>
        <p:spPr>
          <a:xfrm>
            <a:off x="508763" y="753063"/>
            <a:ext cx="7968343" cy="5355312"/>
          </a:xfrm>
          <a:prstGeom prst="rect">
            <a:avLst/>
          </a:prstGeom>
          <a:noFill/>
        </p:spPr>
        <p:txBody>
          <a:bodyPr wrap="square">
            <a:spAutoFit/>
          </a:bodyPr>
          <a:lstStyle/>
          <a:p>
            <a:r>
              <a:rPr lang="es-ES" dirty="0"/>
              <a:t>Ejemplo 2: Estudiar con </a:t>
            </a:r>
            <a:r>
              <a:rPr lang="es-ES" dirty="0" err="1"/>
              <a:t>Flashcards</a:t>
            </a:r>
            <a:r>
              <a:rPr lang="es-ES" dirty="0"/>
              <a:t> (Tarjetas de memoria)</a:t>
            </a:r>
          </a:p>
          <a:p>
            <a:endParaRPr lang="es-ES" dirty="0"/>
          </a:p>
          <a:p>
            <a:r>
              <a:rPr lang="es-ES" dirty="0"/>
              <a:t>Este ejemplo es ideal para entender cómo agotamos una lista de tareas.</a:t>
            </a:r>
          </a:p>
          <a:p>
            <a:endParaRPr lang="es-ES" dirty="0"/>
          </a:p>
          <a:p>
            <a:r>
              <a:rPr lang="es-ES" dirty="0"/>
              <a:t>La Lógica del </a:t>
            </a:r>
            <a:r>
              <a:rPr lang="es-ES" dirty="0" err="1"/>
              <a:t>BucleWHILE</a:t>
            </a:r>
            <a:r>
              <a:rPr lang="es-ES" dirty="0"/>
              <a:t> (Mientras): Haya tarjetas en el mazo de "pendientes".</a:t>
            </a:r>
          </a:p>
          <a:p>
            <a:r>
              <a:rPr lang="es-ES" dirty="0"/>
              <a:t>ACCIÓN: Tomar una tarjeta, leerla, intentar responder y ponerla en el mazo de "aprendidas".</a:t>
            </a:r>
          </a:p>
          <a:p>
            <a:r>
              <a:rPr lang="es-ES" dirty="0"/>
              <a:t>CONDICIÓN DE SALIDA: Cuando el mazo de "pendientes" está vacío ($0$ tarjetas).</a:t>
            </a:r>
          </a:p>
          <a:p>
            <a:endParaRPr lang="es-ES" dirty="0"/>
          </a:p>
          <a:p>
            <a:r>
              <a:rPr lang="es-ES" dirty="0"/>
              <a:t>RESULTADO: Puedes irte a descansar, la tarea está completa.</a:t>
            </a:r>
          </a:p>
          <a:p>
            <a:endParaRPr lang="es-ES" dirty="0"/>
          </a:p>
          <a:p>
            <a:r>
              <a:rPr lang="es-ES" dirty="0"/>
              <a:t>¿Por qué funciona para un programador?</a:t>
            </a:r>
          </a:p>
          <a:p>
            <a:endParaRPr lang="es-ES" dirty="0"/>
          </a:p>
          <a:p>
            <a:r>
              <a:rPr lang="es-ES" dirty="0"/>
              <a:t>Aquí introducimos el concepto de contador o lista. El programador sabe que cada vez que realizas la acción, te acercas más al final. Si olvidas "quitar la tarjeta del mazo", entrarías en un bucle infinito (estudiar la misma tarjeta para siempre), ¡un error muy común en el código!</a:t>
            </a:r>
          </a:p>
        </p:txBody>
      </p:sp>
    </p:spTree>
    <p:extLst>
      <p:ext uri="{BB962C8B-B14F-4D97-AF65-F5344CB8AC3E}">
        <p14:creationId xmlns:p14="http://schemas.microsoft.com/office/powerpoint/2010/main" val="2701703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89CE19AF-DD12-751A-362C-08B8290871DC}"/>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797085ED-C0BC-9DDE-4DBF-2B7BAA80DC6C}"/>
              </a:ext>
            </a:extLst>
          </p:cNvPr>
          <p:cNvSpPr txBox="1"/>
          <p:nvPr/>
        </p:nvSpPr>
        <p:spPr>
          <a:xfrm>
            <a:off x="550015" y="1307061"/>
            <a:ext cx="7438953" cy="3416320"/>
          </a:xfrm>
          <a:prstGeom prst="rect">
            <a:avLst/>
          </a:prstGeom>
          <a:noFill/>
        </p:spPr>
        <p:txBody>
          <a:bodyPr wrap="square">
            <a:spAutoFit/>
          </a:bodyPr>
          <a:lstStyle/>
          <a:p>
            <a:pPr>
              <a:buNone/>
            </a:pPr>
            <a:r>
              <a:rPr lang="es-ES" b="1" dirty="0"/>
              <a:t>Tips para tus 15 minutos de práctica</a:t>
            </a:r>
          </a:p>
          <a:p>
            <a:pPr>
              <a:buNone/>
            </a:pPr>
            <a:r>
              <a:rPr lang="es-ES" dirty="0"/>
              <a:t>Para dominar el </a:t>
            </a:r>
            <a:r>
              <a:rPr lang="es-ES" dirty="0" err="1">
                <a:latin typeface="Courier New" panose="02070309020205020404" pitchFamily="49" charset="0"/>
              </a:rPr>
              <a:t>while</a:t>
            </a:r>
            <a:r>
              <a:rPr lang="es-ES" dirty="0"/>
              <a:t>, identifica actividades que haces "hasta que algo cambie":</a:t>
            </a:r>
          </a:p>
          <a:p>
            <a:pPr>
              <a:buNone/>
            </a:pPr>
            <a:endParaRPr lang="es-ES" dirty="0"/>
          </a:p>
          <a:p>
            <a:pPr>
              <a:buFont typeface="+mj-lt"/>
              <a:buAutoNum type="arabicPeriod"/>
            </a:pPr>
            <a:r>
              <a:rPr lang="es-ES" b="1" dirty="0"/>
              <a:t>Identifica el "Gatillo":</a:t>
            </a:r>
            <a:r>
              <a:rPr lang="es-ES" dirty="0"/>
              <a:t> ¿Qué es lo que determina que sigas haciendo la tarea? (</a:t>
            </a:r>
            <a:r>
              <a:rPr lang="es-ES" dirty="0" err="1"/>
              <a:t>Ej</a:t>
            </a:r>
            <a:r>
              <a:rPr lang="es-ES" dirty="0"/>
              <a:t>: "¿Sigue habiendo polvo en el mueble?").</a:t>
            </a:r>
          </a:p>
          <a:p>
            <a:pPr>
              <a:buFont typeface="+mj-lt"/>
              <a:buAutoNum type="arabicPeriod"/>
            </a:pPr>
            <a:r>
              <a:rPr lang="es-ES" b="1" dirty="0"/>
              <a:t>Identifica la Acción:</a:t>
            </a:r>
            <a:r>
              <a:rPr lang="es-ES" dirty="0"/>
              <a:t> ¿Qué repites una y otra vez? (</a:t>
            </a:r>
            <a:r>
              <a:rPr lang="es-ES" dirty="0" err="1"/>
              <a:t>Ej</a:t>
            </a:r>
            <a:r>
              <a:rPr lang="es-ES" dirty="0"/>
              <a:t>: "Pasar el trapo").</a:t>
            </a:r>
          </a:p>
          <a:p>
            <a:pPr>
              <a:buFont typeface="+mj-lt"/>
              <a:buAutoNum type="arabicPeriod"/>
            </a:pPr>
            <a:r>
              <a:rPr lang="es-ES" b="1" dirty="0"/>
              <a:t>Asegura el Final:</a:t>
            </a:r>
            <a:r>
              <a:rPr lang="es-ES" dirty="0"/>
              <a:t> Asegúrate de que tu acción realmente ayude a cumplir la condición, o el bucle nunca terminará.</a:t>
            </a:r>
          </a:p>
          <a:p>
            <a:pPr>
              <a:buNone/>
            </a:pPr>
            <a:endParaRPr lang="es-ES" b="1" dirty="0"/>
          </a:p>
          <a:p>
            <a:pPr>
              <a:buNone/>
            </a:pPr>
            <a:r>
              <a:rPr lang="es-ES" b="1" dirty="0"/>
              <a:t>Reto rápido:</a:t>
            </a:r>
            <a:r>
              <a:rPr lang="es-ES" dirty="0"/>
              <a:t> ¿Cómo escribirías el bucle </a:t>
            </a:r>
            <a:r>
              <a:rPr lang="es-ES" dirty="0" err="1">
                <a:latin typeface="Courier New" panose="02070309020205020404" pitchFamily="49" charset="0"/>
              </a:rPr>
              <a:t>while</a:t>
            </a:r>
            <a:r>
              <a:rPr lang="es-ES" dirty="0"/>
              <a:t> para la acción de "clavar un clavo en la pared"? ¡Inténtalo!</a:t>
            </a:r>
          </a:p>
        </p:txBody>
      </p:sp>
    </p:spTree>
    <p:extLst>
      <p:ext uri="{BB962C8B-B14F-4D97-AF65-F5344CB8AC3E}">
        <p14:creationId xmlns:p14="http://schemas.microsoft.com/office/powerpoint/2010/main" val="713015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337BA9BC-12B8-0D84-47D7-8C3F3747A094}"/>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145B4936-BFF8-8244-C65A-0D511BA87B16}"/>
              </a:ext>
            </a:extLst>
          </p:cNvPr>
          <p:cNvSpPr txBox="1"/>
          <p:nvPr/>
        </p:nvSpPr>
        <p:spPr>
          <a:xfrm>
            <a:off x="552262" y="627293"/>
            <a:ext cx="8048530" cy="1121910"/>
          </a:xfrm>
          <a:prstGeom prst="rect">
            <a:avLst/>
          </a:prstGeom>
          <a:noFill/>
        </p:spPr>
        <p:txBody>
          <a:bodyPr wrap="square">
            <a:spAutoFit/>
          </a:bodyPr>
          <a:lstStyle/>
          <a:p>
            <a:pPr>
              <a:lnSpc>
                <a:spcPct val="200000"/>
              </a:lnSpc>
            </a:pPr>
            <a:r>
              <a:rPr lang="es-ES" dirty="0"/>
              <a:t>5. funciones: inventa una receta fácil e incluye las instrucciones como una función. Por ejemplo: </a:t>
            </a:r>
            <a:r>
              <a:rPr lang="es-ES" dirty="0" err="1"/>
              <a:t>def</a:t>
            </a:r>
            <a:r>
              <a:rPr lang="es-ES" dirty="0"/>
              <a:t> </a:t>
            </a:r>
            <a:r>
              <a:rPr lang="es-ES" dirty="0" err="1"/>
              <a:t>hacerSandwich</a:t>
            </a:r>
            <a:r>
              <a:rPr lang="es-ES" dirty="0"/>
              <a:t>(): pasos a seguir. </a:t>
            </a:r>
            <a:r>
              <a:rPr lang="es-ES" b="0" i="0" dirty="0">
                <a:solidFill>
                  <a:srgbClr val="000000"/>
                </a:solidFill>
                <a:effectLst/>
                <a:latin typeface="-apple-system"/>
              </a:rPr>
              <a:t>25 minutos</a:t>
            </a:r>
            <a:r>
              <a:rPr lang="es-ES" dirty="0"/>
              <a:t>.</a:t>
            </a:r>
          </a:p>
        </p:txBody>
      </p:sp>
      <p:sp>
        <p:nvSpPr>
          <p:cNvPr id="5" name="CuadroTexto 4">
            <a:extLst>
              <a:ext uri="{FF2B5EF4-FFF2-40B4-BE49-F238E27FC236}">
                <a16:creationId xmlns:a16="http://schemas.microsoft.com/office/drawing/2014/main" id="{76D7D676-F4D8-E02F-0825-546B6A8958F9}"/>
              </a:ext>
            </a:extLst>
          </p:cNvPr>
          <p:cNvSpPr txBox="1"/>
          <p:nvPr/>
        </p:nvSpPr>
        <p:spPr>
          <a:xfrm>
            <a:off x="594573" y="2261811"/>
            <a:ext cx="7882534" cy="2031325"/>
          </a:xfrm>
          <a:prstGeom prst="rect">
            <a:avLst/>
          </a:prstGeom>
          <a:noFill/>
        </p:spPr>
        <p:txBody>
          <a:bodyPr wrap="square">
            <a:spAutoFit/>
          </a:bodyPr>
          <a:lstStyle/>
          <a:p>
            <a:pPr>
              <a:buNone/>
            </a:pPr>
            <a:r>
              <a:rPr lang="es-ES" dirty="0"/>
              <a:t>Las </a:t>
            </a:r>
            <a:r>
              <a:rPr lang="es-ES" b="1" dirty="0"/>
              <a:t>funciones</a:t>
            </a:r>
            <a:r>
              <a:rPr lang="es-ES" dirty="0"/>
              <a:t> son como cajas mágicas: guardas un grupo de instrucciones dentro de un nombre y, cada vez que necesitas que ocurran, solo tienes que decir ese nombre.</a:t>
            </a:r>
          </a:p>
          <a:p>
            <a:pPr>
              <a:buNone/>
            </a:pPr>
            <a:endParaRPr lang="es-ES" dirty="0"/>
          </a:p>
          <a:p>
            <a:pPr>
              <a:buNone/>
            </a:pPr>
            <a:r>
              <a:rPr lang="es-ES" dirty="0"/>
              <a:t>Para un programador, una función sirve para </a:t>
            </a:r>
            <a:r>
              <a:rPr lang="es-ES" b="1" dirty="0"/>
              <a:t>no repetirse</a:t>
            </a:r>
            <a:r>
              <a:rPr lang="es-ES" dirty="0"/>
              <a:t>. Si vas a hacer 10 sándwiches, no escribes las instrucciones 10 veces; solo "llamas" a la función </a:t>
            </a:r>
            <a:r>
              <a:rPr lang="es-ES" dirty="0" err="1">
                <a:latin typeface="Courier New" panose="02070309020205020404" pitchFamily="49" charset="0"/>
              </a:rPr>
              <a:t>hacerSandwich</a:t>
            </a:r>
            <a:r>
              <a:rPr lang="es-ES" dirty="0">
                <a:latin typeface="Courier New" panose="02070309020205020404" pitchFamily="49" charset="0"/>
              </a:rPr>
              <a:t>()</a:t>
            </a:r>
            <a:r>
              <a:rPr lang="es-ES" dirty="0"/>
              <a:t>.</a:t>
            </a:r>
          </a:p>
        </p:txBody>
      </p:sp>
    </p:spTree>
    <p:extLst>
      <p:ext uri="{BB962C8B-B14F-4D97-AF65-F5344CB8AC3E}">
        <p14:creationId xmlns:p14="http://schemas.microsoft.com/office/powerpoint/2010/main" val="1998976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60BFFD38-A598-5CDA-34C5-55816150A9EA}"/>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DCDA6670-07D8-C956-43CC-822E40D22FC8}"/>
              </a:ext>
            </a:extLst>
          </p:cNvPr>
          <p:cNvSpPr txBox="1"/>
          <p:nvPr/>
        </p:nvSpPr>
        <p:spPr>
          <a:xfrm>
            <a:off x="422824" y="585261"/>
            <a:ext cx="8432418" cy="1477328"/>
          </a:xfrm>
          <a:prstGeom prst="rect">
            <a:avLst/>
          </a:prstGeom>
          <a:noFill/>
        </p:spPr>
        <p:txBody>
          <a:bodyPr wrap="square">
            <a:spAutoFit/>
          </a:bodyPr>
          <a:lstStyle/>
          <a:p>
            <a:pPr>
              <a:buNone/>
            </a:pPr>
            <a:r>
              <a:rPr lang="es-ES" b="1" dirty="0"/>
              <a:t>La Función: </a:t>
            </a:r>
            <a:r>
              <a:rPr lang="es-ES" b="1" dirty="0" err="1">
                <a:latin typeface="Courier New" panose="02070309020205020404" pitchFamily="49" charset="0"/>
              </a:rPr>
              <a:t>actualizar_sistema</a:t>
            </a:r>
            <a:endParaRPr lang="es-ES" b="1" dirty="0"/>
          </a:p>
          <a:p>
            <a:pPr>
              <a:buNone/>
            </a:pPr>
            <a:r>
              <a:rPr lang="es-ES" dirty="0"/>
              <a:t>Imagina que cada vez que prendes tu computadora con Linux, quieres que se limpie y se actualice. En lugar de escribir 3 o 4 comandos largos, creas una </a:t>
            </a:r>
            <a:r>
              <a:rPr lang="es-ES" b="1" dirty="0"/>
              <a:t>función</a:t>
            </a:r>
            <a:r>
              <a:rPr lang="es-ES" dirty="0"/>
              <a:t>.</a:t>
            </a:r>
          </a:p>
          <a:p>
            <a:pPr>
              <a:buNone/>
            </a:pPr>
            <a:r>
              <a:rPr lang="es-ES" b="1" dirty="0"/>
              <a:t>1. Definición de la Función</a:t>
            </a:r>
          </a:p>
          <a:p>
            <a:pPr>
              <a:buNone/>
            </a:pPr>
            <a:r>
              <a:rPr lang="es-ES" dirty="0"/>
              <a:t>En la terminal o en tu archivo </a:t>
            </a:r>
            <a:r>
              <a:rPr lang="es-ES" dirty="0">
                <a:latin typeface="Courier New" panose="02070309020205020404" pitchFamily="49" charset="0"/>
              </a:rPr>
              <a:t>.</a:t>
            </a:r>
            <a:r>
              <a:rPr lang="es-ES" dirty="0" err="1">
                <a:latin typeface="Courier New" panose="02070309020205020404" pitchFamily="49" charset="0"/>
              </a:rPr>
              <a:t>bashrc</a:t>
            </a:r>
            <a:r>
              <a:rPr lang="es-ES" dirty="0"/>
              <a:t>, la estructura se ve así:</a:t>
            </a:r>
          </a:p>
        </p:txBody>
      </p:sp>
      <p:sp>
        <p:nvSpPr>
          <p:cNvPr id="6" name="CuadroTexto 5">
            <a:extLst>
              <a:ext uri="{FF2B5EF4-FFF2-40B4-BE49-F238E27FC236}">
                <a16:creationId xmlns:a16="http://schemas.microsoft.com/office/drawing/2014/main" id="{51649EBB-8896-03B6-23BC-FC9E9DB0E131}"/>
              </a:ext>
            </a:extLst>
          </p:cNvPr>
          <p:cNvSpPr txBox="1"/>
          <p:nvPr/>
        </p:nvSpPr>
        <p:spPr>
          <a:xfrm>
            <a:off x="1215189" y="2413337"/>
            <a:ext cx="6713621" cy="2031325"/>
          </a:xfrm>
          <a:prstGeom prst="rect">
            <a:avLst/>
          </a:prstGeom>
          <a:noFill/>
        </p:spPr>
        <p:txBody>
          <a:bodyPr wrap="square">
            <a:spAutoFit/>
          </a:bodyPr>
          <a:lstStyle/>
          <a:p>
            <a:r>
              <a:rPr lang="es-ES" dirty="0" err="1"/>
              <a:t>actualizar_sistema</a:t>
            </a:r>
            <a:r>
              <a:rPr lang="es-ES" dirty="0"/>
              <a:t>() {</a:t>
            </a:r>
          </a:p>
          <a:p>
            <a:r>
              <a:rPr lang="es-ES" dirty="0"/>
              <a:t>    echo "Iniciando mantenimiento..."</a:t>
            </a:r>
          </a:p>
          <a:p>
            <a:r>
              <a:rPr lang="es-ES" dirty="0"/>
              <a:t>    sudo </a:t>
            </a:r>
            <a:r>
              <a:rPr lang="es-ES" dirty="0" err="1"/>
              <a:t>apt</a:t>
            </a:r>
            <a:r>
              <a:rPr lang="es-ES" dirty="0"/>
              <a:t> </a:t>
            </a:r>
            <a:r>
              <a:rPr lang="es-ES" dirty="0" err="1"/>
              <a:t>update</a:t>
            </a:r>
            <a:r>
              <a:rPr lang="es-ES" dirty="0"/>
              <a:t>          # Paso 1: Buscar actualizaciones</a:t>
            </a:r>
          </a:p>
          <a:p>
            <a:r>
              <a:rPr lang="es-ES" dirty="0"/>
              <a:t>    sudo </a:t>
            </a:r>
            <a:r>
              <a:rPr lang="es-ES" dirty="0" err="1"/>
              <a:t>apt</a:t>
            </a:r>
            <a:r>
              <a:rPr lang="es-ES" dirty="0"/>
              <a:t> </a:t>
            </a:r>
            <a:r>
              <a:rPr lang="es-ES" dirty="0" err="1"/>
              <a:t>upgrade</a:t>
            </a:r>
            <a:r>
              <a:rPr lang="es-ES" dirty="0"/>
              <a:t> -y      # Paso 2: Instalar sin preguntar</a:t>
            </a:r>
          </a:p>
          <a:p>
            <a:r>
              <a:rPr lang="es-ES" dirty="0"/>
              <a:t>    sudo </a:t>
            </a:r>
            <a:r>
              <a:rPr lang="es-ES" dirty="0" err="1"/>
              <a:t>apt</a:t>
            </a:r>
            <a:r>
              <a:rPr lang="es-ES" dirty="0"/>
              <a:t> </a:t>
            </a:r>
            <a:r>
              <a:rPr lang="es-ES" dirty="0" err="1"/>
              <a:t>autoremove</a:t>
            </a:r>
            <a:r>
              <a:rPr lang="es-ES" dirty="0"/>
              <a:t> -y   # Paso 3: Borrar archivos basura</a:t>
            </a:r>
          </a:p>
          <a:p>
            <a:r>
              <a:rPr lang="es-ES" dirty="0"/>
              <a:t>    echo "Sistema al día."</a:t>
            </a:r>
          </a:p>
          <a:p>
            <a:r>
              <a:rPr lang="es-ES" dirty="0"/>
              <a:t>}</a:t>
            </a:r>
          </a:p>
        </p:txBody>
      </p:sp>
    </p:spTree>
    <p:extLst>
      <p:ext uri="{BB962C8B-B14F-4D97-AF65-F5344CB8AC3E}">
        <p14:creationId xmlns:p14="http://schemas.microsoft.com/office/powerpoint/2010/main" val="2731395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4617E085-A9B0-832D-ED12-57A27CAD9942}"/>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737C4920-4513-9AEC-18EE-90843A754688}"/>
              </a:ext>
            </a:extLst>
          </p:cNvPr>
          <p:cNvSpPr txBox="1"/>
          <p:nvPr/>
        </p:nvSpPr>
        <p:spPr>
          <a:xfrm>
            <a:off x="673768" y="1030062"/>
            <a:ext cx="7995844" cy="4212692"/>
          </a:xfrm>
          <a:prstGeom prst="rect">
            <a:avLst/>
          </a:prstGeom>
          <a:noFill/>
        </p:spPr>
        <p:txBody>
          <a:bodyPr wrap="square">
            <a:spAutoFit/>
          </a:bodyPr>
          <a:lstStyle/>
          <a:p>
            <a:pPr>
              <a:lnSpc>
                <a:spcPct val="150000"/>
              </a:lnSpc>
              <a:buNone/>
            </a:pPr>
            <a:r>
              <a:rPr lang="es-ES" b="1" dirty="0"/>
              <a:t>Por qué esto es "Pensar como Programador"</a:t>
            </a:r>
          </a:p>
          <a:p>
            <a:pPr>
              <a:lnSpc>
                <a:spcPct val="150000"/>
              </a:lnSpc>
              <a:buFont typeface="Arial" panose="020B0604020202020204" pitchFamily="34" charset="0"/>
              <a:buChar char="•"/>
            </a:pPr>
            <a:r>
              <a:rPr lang="es-ES" b="1" dirty="0"/>
              <a:t>Abstracción:</a:t>
            </a:r>
            <a:r>
              <a:rPr lang="es-ES" dirty="0"/>
              <a:t> No necesitas recordar cada comando individual. Solo necesitas recordar el nombre </a:t>
            </a:r>
            <a:r>
              <a:rPr lang="es-ES" dirty="0" err="1">
                <a:latin typeface="Courier New" panose="02070309020205020404" pitchFamily="49" charset="0"/>
              </a:rPr>
              <a:t>actualizar_sistema</a:t>
            </a:r>
            <a:r>
              <a:rPr lang="es-ES" dirty="0"/>
              <a:t>. Has ocultado la complejidad técnica detrás de un nombre sencillo.</a:t>
            </a:r>
          </a:p>
          <a:p>
            <a:pPr>
              <a:lnSpc>
                <a:spcPct val="150000"/>
              </a:lnSpc>
              <a:buFont typeface="Arial" panose="020B0604020202020204" pitchFamily="34" charset="0"/>
              <a:buChar char="•"/>
            </a:pPr>
            <a:r>
              <a:rPr lang="es-ES" b="1" dirty="0"/>
              <a:t>Automatización de Errores:</a:t>
            </a:r>
            <a:r>
              <a:rPr lang="es-ES" dirty="0"/>
              <a:t> En una función de Linux, podrías añadir lógica para que, si el paso 1 falla, no se ejecute el paso 2. Eso es hacer que el sistema sea inteligente.</a:t>
            </a:r>
          </a:p>
          <a:p>
            <a:pPr>
              <a:lnSpc>
                <a:spcPct val="150000"/>
              </a:lnSpc>
              <a:buFont typeface="Arial" panose="020B0604020202020204" pitchFamily="34" charset="0"/>
              <a:buChar char="•"/>
            </a:pPr>
            <a:r>
              <a:rPr lang="es-ES" b="1" dirty="0"/>
              <a:t>El "Llamado" (Call):</a:t>
            </a:r>
            <a:r>
              <a:rPr lang="es-ES" dirty="0"/>
              <a:t> Una vez que la función está definida, el "paso a seguir" es simplemente escribir el nombre en la terminal:</a:t>
            </a:r>
          </a:p>
          <a:p>
            <a:pPr>
              <a:lnSpc>
                <a:spcPct val="150000"/>
              </a:lnSpc>
              <a:buFont typeface="Arial" panose="020B0604020202020204" pitchFamily="34" charset="0"/>
              <a:buChar char="•"/>
            </a:pPr>
            <a:r>
              <a:rPr lang="es-ES" dirty="0" err="1">
                <a:latin typeface="Courier New" panose="02070309020205020404" pitchFamily="49" charset="0"/>
              </a:rPr>
              <a:t>user@linux</a:t>
            </a:r>
            <a:r>
              <a:rPr lang="es-ES" dirty="0">
                <a:latin typeface="Courier New" panose="02070309020205020404" pitchFamily="49" charset="0"/>
              </a:rPr>
              <a:t>:~$ </a:t>
            </a:r>
            <a:r>
              <a:rPr lang="es-ES" dirty="0" err="1">
                <a:latin typeface="Courier New" panose="02070309020205020404" pitchFamily="49" charset="0"/>
              </a:rPr>
              <a:t>actualizar_sistema</a:t>
            </a:r>
            <a:endParaRPr lang="es-ES" dirty="0"/>
          </a:p>
        </p:txBody>
      </p:sp>
    </p:spTree>
    <p:extLst>
      <p:ext uri="{BB962C8B-B14F-4D97-AF65-F5344CB8AC3E}">
        <p14:creationId xmlns:p14="http://schemas.microsoft.com/office/powerpoint/2010/main" val="2203955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4BBE0284-3991-BA9D-DA1C-B6781FE8D74E}"/>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DE37C786-7F1F-E7B3-EE3F-F5A2CFAC65E3}"/>
              </a:ext>
            </a:extLst>
          </p:cNvPr>
          <p:cNvSpPr txBox="1"/>
          <p:nvPr/>
        </p:nvSpPr>
        <p:spPr>
          <a:xfrm>
            <a:off x="512201" y="449749"/>
            <a:ext cx="8095534" cy="1200329"/>
          </a:xfrm>
          <a:prstGeom prst="rect">
            <a:avLst/>
          </a:prstGeom>
          <a:noFill/>
        </p:spPr>
        <p:txBody>
          <a:bodyPr wrap="square">
            <a:spAutoFit/>
          </a:bodyPr>
          <a:lstStyle/>
          <a:p>
            <a:pPr>
              <a:buNone/>
            </a:pPr>
            <a:r>
              <a:rPr lang="es-ES" b="1" dirty="0"/>
              <a:t>Ejemplo con "Ingredientes" (Parámetros)</a:t>
            </a:r>
          </a:p>
          <a:p>
            <a:pPr>
              <a:buNone/>
            </a:pPr>
            <a:r>
              <a:rPr lang="es-ES" dirty="0"/>
              <a:t>En Linux, las funciones también pueden recibir información externa. Hagamos una función para crear una carpeta y entrar en ella de inmediato (algo que hacemos todo el tiempo):</a:t>
            </a:r>
          </a:p>
        </p:txBody>
      </p:sp>
      <p:sp>
        <p:nvSpPr>
          <p:cNvPr id="6" name="CuadroTexto 5">
            <a:extLst>
              <a:ext uri="{FF2B5EF4-FFF2-40B4-BE49-F238E27FC236}">
                <a16:creationId xmlns:a16="http://schemas.microsoft.com/office/drawing/2014/main" id="{7960707D-EEA4-9C5F-C2BC-E0BE7EB02A56}"/>
              </a:ext>
            </a:extLst>
          </p:cNvPr>
          <p:cNvSpPr txBox="1"/>
          <p:nvPr/>
        </p:nvSpPr>
        <p:spPr>
          <a:xfrm>
            <a:off x="1069092" y="1892543"/>
            <a:ext cx="6637994" cy="1477328"/>
          </a:xfrm>
          <a:prstGeom prst="rect">
            <a:avLst/>
          </a:prstGeom>
          <a:noFill/>
        </p:spPr>
        <p:txBody>
          <a:bodyPr wrap="square">
            <a:spAutoFit/>
          </a:bodyPr>
          <a:lstStyle/>
          <a:p>
            <a:r>
              <a:rPr lang="es-ES" dirty="0" err="1"/>
              <a:t>crear_y_entrar</a:t>
            </a:r>
            <a:r>
              <a:rPr lang="es-ES" dirty="0"/>
              <a:t>() {</a:t>
            </a:r>
          </a:p>
          <a:p>
            <a:r>
              <a:rPr lang="es-ES" dirty="0"/>
              <a:t>    </a:t>
            </a:r>
            <a:r>
              <a:rPr lang="es-ES" dirty="0" err="1"/>
              <a:t>mkdir</a:t>
            </a:r>
            <a:r>
              <a:rPr lang="es-ES" dirty="0"/>
              <a:t> "$1"    # El "ingrediente" (nombre de la carpeta)</a:t>
            </a:r>
          </a:p>
          <a:p>
            <a:r>
              <a:rPr lang="es-ES" dirty="0"/>
              <a:t>    cd "$1"       # Entra a la carpeta que acabas de crear</a:t>
            </a:r>
          </a:p>
          <a:p>
            <a:r>
              <a:rPr lang="es-ES" dirty="0"/>
              <a:t>    echo "Ahora estás en: $1"</a:t>
            </a:r>
          </a:p>
          <a:p>
            <a:r>
              <a:rPr lang="es-ES" dirty="0"/>
              <a:t>}</a:t>
            </a:r>
          </a:p>
        </p:txBody>
      </p:sp>
      <p:sp>
        <p:nvSpPr>
          <p:cNvPr id="8" name="CuadroTexto 7">
            <a:extLst>
              <a:ext uri="{FF2B5EF4-FFF2-40B4-BE49-F238E27FC236}">
                <a16:creationId xmlns:a16="http://schemas.microsoft.com/office/drawing/2014/main" id="{A635C7D7-60BB-9DC4-4AF1-6E221D28FCA2}"/>
              </a:ext>
            </a:extLst>
          </p:cNvPr>
          <p:cNvSpPr txBox="1"/>
          <p:nvPr/>
        </p:nvSpPr>
        <p:spPr>
          <a:xfrm>
            <a:off x="1069091" y="4034418"/>
            <a:ext cx="7538643" cy="1200329"/>
          </a:xfrm>
          <a:prstGeom prst="rect">
            <a:avLst/>
          </a:prstGeom>
          <a:noFill/>
        </p:spPr>
        <p:txBody>
          <a:bodyPr wrap="square">
            <a:spAutoFit/>
          </a:bodyPr>
          <a:lstStyle/>
          <a:p>
            <a:pPr>
              <a:buNone/>
            </a:pPr>
            <a:r>
              <a:rPr lang="es-ES" b="1" dirty="0"/>
              <a:t>Paso a paso:</a:t>
            </a:r>
            <a:endParaRPr lang="es-ES" dirty="0"/>
          </a:p>
          <a:p>
            <a:pPr>
              <a:buFont typeface="+mj-lt"/>
              <a:buAutoNum type="arabicPeriod"/>
            </a:pPr>
            <a:r>
              <a:rPr lang="es-ES" dirty="0"/>
              <a:t>Toma el nombre que tú le des (el parámetro </a:t>
            </a:r>
            <a:r>
              <a:rPr lang="es-ES" dirty="0">
                <a:latin typeface="Courier New" panose="02070309020205020404" pitchFamily="49" charset="0"/>
              </a:rPr>
              <a:t>$1</a:t>
            </a:r>
            <a:r>
              <a:rPr lang="es-ES" dirty="0"/>
              <a:t>).</a:t>
            </a:r>
          </a:p>
          <a:p>
            <a:pPr>
              <a:buFont typeface="+mj-lt"/>
              <a:buAutoNum type="arabicPeriod"/>
            </a:pPr>
            <a:r>
              <a:rPr lang="es-ES" dirty="0"/>
              <a:t>Ejecuta el comando de creación.</a:t>
            </a:r>
          </a:p>
          <a:p>
            <a:pPr>
              <a:buFont typeface="+mj-lt"/>
              <a:buAutoNum type="arabicPeriod"/>
            </a:pPr>
            <a:r>
              <a:rPr lang="es-ES" dirty="0"/>
              <a:t>Ejecuta el comando de movimiento.</a:t>
            </a:r>
          </a:p>
        </p:txBody>
      </p:sp>
    </p:spTree>
    <p:extLst>
      <p:ext uri="{BB962C8B-B14F-4D97-AF65-F5344CB8AC3E}">
        <p14:creationId xmlns:p14="http://schemas.microsoft.com/office/powerpoint/2010/main" val="1208992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7A7CC7A8-98EB-CDFF-7630-3877CE825999}"/>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EC3A280C-25B7-B418-05DA-D0D42C4AB685}"/>
              </a:ext>
            </a:extLst>
          </p:cNvPr>
          <p:cNvSpPr txBox="1"/>
          <p:nvPr/>
        </p:nvSpPr>
        <p:spPr>
          <a:xfrm>
            <a:off x="498451" y="690286"/>
            <a:ext cx="8081784" cy="3369449"/>
          </a:xfrm>
          <a:prstGeom prst="rect">
            <a:avLst/>
          </a:prstGeom>
          <a:noFill/>
        </p:spPr>
        <p:txBody>
          <a:bodyPr wrap="square">
            <a:spAutoFit/>
          </a:bodyPr>
          <a:lstStyle/>
          <a:p>
            <a:pPr>
              <a:lnSpc>
                <a:spcPct val="150000"/>
              </a:lnSpc>
              <a:buNone/>
            </a:pPr>
            <a:r>
              <a:rPr lang="es-ES" b="1" dirty="0"/>
              <a:t>Tu ejercicio de 25 minutos (Versión Linux):</a:t>
            </a:r>
          </a:p>
          <a:p>
            <a:pPr>
              <a:lnSpc>
                <a:spcPct val="150000"/>
              </a:lnSpc>
              <a:buNone/>
            </a:pPr>
            <a:r>
              <a:rPr lang="es-ES" dirty="0"/>
              <a:t>Piensa en algo que hagas mucho en la terminal o con tus archivos. Por ejemplo:</a:t>
            </a:r>
          </a:p>
          <a:p>
            <a:pPr>
              <a:lnSpc>
                <a:spcPct val="150000"/>
              </a:lnSpc>
              <a:buFont typeface="Arial" panose="020B0604020202020204" pitchFamily="34" charset="0"/>
              <a:buChar char="•"/>
            </a:pPr>
            <a:r>
              <a:rPr lang="es-ES" dirty="0"/>
              <a:t>Una función llamada </a:t>
            </a:r>
            <a:r>
              <a:rPr lang="es-ES" dirty="0">
                <a:latin typeface="Courier New" panose="02070309020205020404" pitchFamily="49" charset="0"/>
              </a:rPr>
              <a:t>respaldar()</a:t>
            </a:r>
            <a:r>
              <a:rPr lang="es-ES" dirty="0"/>
              <a:t> que copie una carpeta a un USB.</a:t>
            </a:r>
          </a:p>
          <a:p>
            <a:pPr>
              <a:lnSpc>
                <a:spcPct val="150000"/>
              </a:lnSpc>
              <a:buFont typeface="Arial" panose="020B0604020202020204" pitchFamily="34" charset="0"/>
              <a:buChar char="•"/>
            </a:pPr>
            <a:r>
              <a:rPr lang="es-ES" dirty="0"/>
              <a:t>Una función llamada </a:t>
            </a:r>
            <a:r>
              <a:rPr lang="es-ES" dirty="0">
                <a:latin typeface="Courier New" panose="02070309020205020404" pitchFamily="49" charset="0"/>
              </a:rPr>
              <a:t>clima()</a:t>
            </a:r>
            <a:r>
              <a:rPr lang="es-ES" dirty="0"/>
              <a:t> que consulte el pronóstico de tu ciudad.</a:t>
            </a:r>
          </a:p>
          <a:p>
            <a:pPr>
              <a:lnSpc>
                <a:spcPct val="150000"/>
              </a:lnSpc>
              <a:buNone/>
            </a:pPr>
            <a:r>
              <a:rPr lang="es-ES" b="1" dirty="0"/>
              <a:t>El reto:</a:t>
            </a:r>
            <a:r>
              <a:rPr lang="es-ES" dirty="0"/>
              <a:t> Escribe los pasos (comandos) que pondrías dentro de las llaves </a:t>
            </a:r>
            <a:r>
              <a:rPr lang="es-ES" dirty="0">
                <a:latin typeface="Courier New" panose="02070309020205020404" pitchFamily="49" charset="0"/>
              </a:rPr>
              <a:t>{ }</a:t>
            </a:r>
            <a:r>
              <a:rPr lang="es-ES" dirty="0"/>
              <a:t>. Recuerda que cada línea es una instrucción que el sistema operativo seguirá ciegamente.</a:t>
            </a:r>
          </a:p>
          <a:p>
            <a:pPr>
              <a:lnSpc>
                <a:spcPct val="150000"/>
              </a:lnSpc>
              <a:buNone/>
            </a:pPr>
            <a:r>
              <a:rPr lang="es-ES" dirty="0"/>
              <a:t>¿Qué tarea de tu día a día en Linux te gustaría convertir en una función?</a:t>
            </a:r>
          </a:p>
        </p:txBody>
      </p:sp>
    </p:spTree>
    <p:extLst>
      <p:ext uri="{BB962C8B-B14F-4D97-AF65-F5344CB8AC3E}">
        <p14:creationId xmlns:p14="http://schemas.microsoft.com/office/powerpoint/2010/main" val="37924121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B698DB21-3041-1FD3-FA26-36A64E22CF1A}"/>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65F87D33-3DE2-82E1-25B5-0E26D2509BD4}"/>
              </a:ext>
            </a:extLst>
          </p:cNvPr>
          <p:cNvSpPr txBox="1"/>
          <p:nvPr/>
        </p:nvSpPr>
        <p:spPr>
          <a:xfrm>
            <a:off x="647323" y="410537"/>
            <a:ext cx="7600384" cy="1200329"/>
          </a:xfrm>
          <a:prstGeom prst="rect">
            <a:avLst/>
          </a:prstGeom>
          <a:noFill/>
        </p:spPr>
        <p:txBody>
          <a:bodyPr wrap="square">
            <a:spAutoFit/>
          </a:bodyPr>
          <a:lstStyle/>
          <a:p>
            <a:r>
              <a:rPr lang="es-ES" dirty="0"/>
              <a:t>6 </a:t>
            </a:r>
            <a:r>
              <a:rPr lang="es-ES" b="1" dirty="0"/>
              <a:t>Ejercicio de Lógica: El Smartphone</a:t>
            </a:r>
          </a:p>
          <a:p>
            <a:r>
              <a:rPr lang="es-ES" dirty="0"/>
              <a:t>Pídele a tu compañero que adivine cuáles de estas 10 afirmaciones sobre un teléfono son </a:t>
            </a:r>
            <a:r>
              <a:rPr lang="es-ES" b="1" dirty="0"/>
              <a:t>TRUE</a:t>
            </a:r>
            <a:r>
              <a:rPr lang="es-ES" dirty="0"/>
              <a:t> (verdaderas) y cuáles son </a:t>
            </a:r>
            <a:r>
              <a:rPr lang="es-ES" b="1" dirty="0"/>
              <a:t>FALSE</a:t>
            </a:r>
            <a:r>
              <a:rPr lang="es-ES" dirty="0"/>
              <a:t> (falsas).</a:t>
            </a:r>
          </a:p>
          <a:p>
            <a:r>
              <a:rPr lang="es-ES" b="0" i="0" dirty="0">
                <a:solidFill>
                  <a:srgbClr val="000000"/>
                </a:solidFill>
                <a:effectLst/>
                <a:latin typeface="-apple-system"/>
              </a:rPr>
              <a:t>15 minutos.</a:t>
            </a:r>
            <a:endParaRPr lang="es-ES" dirty="0"/>
          </a:p>
        </p:txBody>
      </p:sp>
      <p:sp>
        <p:nvSpPr>
          <p:cNvPr id="5" name="CuadroTexto 4">
            <a:extLst>
              <a:ext uri="{FF2B5EF4-FFF2-40B4-BE49-F238E27FC236}">
                <a16:creationId xmlns:a16="http://schemas.microsoft.com/office/drawing/2014/main" id="{2DAEB2FB-D6A8-704D-47B1-BEAECFA86D58}"/>
              </a:ext>
            </a:extLst>
          </p:cNvPr>
          <p:cNvSpPr txBox="1"/>
          <p:nvPr/>
        </p:nvSpPr>
        <p:spPr>
          <a:xfrm>
            <a:off x="965962" y="1859339"/>
            <a:ext cx="6376737" cy="3139321"/>
          </a:xfrm>
          <a:prstGeom prst="rect">
            <a:avLst/>
          </a:prstGeom>
          <a:noFill/>
        </p:spPr>
        <p:txBody>
          <a:bodyPr wrap="square">
            <a:spAutoFit/>
          </a:bodyPr>
          <a:lstStyle/>
          <a:p>
            <a:pPr>
              <a:buNone/>
            </a:pPr>
            <a:r>
              <a:rPr lang="es-ES" b="1" dirty="0"/>
              <a:t>Afirmaciones (Mézclalas al decirlas):</a:t>
            </a:r>
          </a:p>
          <a:p>
            <a:pPr>
              <a:buFont typeface="+mj-lt"/>
              <a:buAutoNum type="arabicPeriod"/>
            </a:pPr>
            <a:r>
              <a:rPr lang="es-ES" dirty="0"/>
              <a:t>Puede enviar mensajes de texto. </a:t>
            </a:r>
            <a:r>
              <a:rPr lang="es-ES" b="1" dirty="0"/>
              <a:t>(True)</a:t>
            </a:r>
            <a:endParaRPr lang="es-ES" dirty="0"/>
          </a:p>
          <a:p>
            <a:pPr>
              <a:buFont typeface="+mj-lt"/>
              <a:buAutoNum type="arabicPeriod"/>
            </a:pPr>
            <a:r>
              <a:rPr lang="es-ES" dirty="0"/>
              <a:t>Funciona mejor si lo sumerges en café caliente. </a:t>
            </a:r>
            <a:r>
              <a:rPr lang="es-ES" b="1" dirty="0"/>
              <a:t>(False)</a:t>
            </a:r>
            <a:endParaRPr lang="es-ES" dirty="0"/>
          </a:p>
          <a:p>
            <a:pPr>
              <a:buFont typeface="+mj-lt"/>
              <a:buAutoNum type="arabicPeriod"/>
            </a:pPr>
            <a:r>
              <a:rPr lang="es-ES" dirty="0"/>
              <a:t>Necesita electricidad para cargar su batería. </a:t>
            </a:r>
            <a:r>
              <a:rPr lang="es-ES" b="1" dirty="0"/>
              <a:t>(True)</a:t>
            </a:r>
            <a:endParaRPr lang="es-ES" dirty="0"/>
          </a:p>
          <a:p>
            <a:pPr>
              <a:buFont typeface="+mj-lt"/>
              <a:buAutoNum type="arabicPeriod"/>
            </a:pPr>
            <a:r>
              <a:rPr lang="es-ES" dirty="0"/>
              <a:t>Tiene la capacidad de sacar fotografías. </a:t>
            </a:r>
            <a:r>
              <a:rPr lang="es-ES" b="1" dirty="0"/>
              <a:t>(True)</a:t>
            </a:r>
            <a:endParaRPr lang="es-ES" dirty="0"/>
          </a:p>
          <a:p>
            <a:pPr>
              <a:buFont typeface="+mj-lt"/>
              <a:buAutoNum type="arabicPeriod"/>
            </a:pPr>
            <a:r>
              <a:rPr lang="es-ES" dirty="0"/>
              <a:t>Puede predecir el futuro exacto de la lotería. </a:t>
            </a:r>
            <a:r>
              <a:rPr lang="es-ES" b="1" dirty="0"/>
              <a:t>(False)</a:t>
            </a:r>
            <a:endParaRPr lang="es-ES" dirty="0"/>
          </a:p>
          <a:p>
            <a:pPr>
              <a:buFont typeface="+mj-lt"/>
              <a:buAutoNum type="arabicPeriod"/>
            </a:pPr>
            <a:r>
              <a:rPr lang="es-ES" dirty="0"/>
              <a:t>Se puede usar para navegar por internet. </a:t>
            </a:r>
            <a:r>
              <a:rPr lang="es-ES" b="1" dirty="0"/>
              <a:t>(True)</a:t>
            </a:r>
            <a:endParaRPr lang="es-ES" dirty="0"/>
          </a:p>
          <a:p>
            <a:pPr>
              <a:buFont typeface="+mj-lt"/>
              <a:buAutoNum type="arabicPeriod"/>
            </a:pPr>
            <a:r>
              <a:rPr lang="es-ES" dirty="0"/>
              <a:t>Tiene pulmones para poder respirar. </a:t>
            </a:r>
            <a:r>
              <a:rPr lang="es-ES" b="1" dirty="0"/>
              <a:t>(False)</a:t>
            </a:r>
            <a:endParaRPr lang="es-ES" dirty="0"/>
          </a:p>
          <a:p>
            <a:pPr>
              <a:buFont typeface="+mj-lt"/>
              <a:buAutoNum type="arabicPeriod"/>
            </a:pPr>
            <a:r>
              <a:rPr lang="es-ES" dirty="0"/>
              <a:t>Puede instalar aplicaciones y juegos. </a:t>
            </a:r>
            <a:r>
              <a:rPr lang="es-ES" b="1" dirty="0"/>
              <a:t>(True)</a:t>
            </a:r>
            <a:endParaRPr lang="es-ES" dirty="0"/>
          </a:p>
          <a:p>
            <a:pPr>
              <a:buFont typeface="+mj-lt"/>
              <a:buAutoNum type="arabicPeriod"/>
            </a:pPr>
            <a:r>
              <a:rPr lang="es-ES" dirty="0"/>
              <a:t>Si le hablas con cariño, la batería dura 10 años más. </a:t>
            </a:r>
            <a:r>
              <a:rPr lang="es-ES" b="1" dirty="0"/>
              <a:t>(False)</a:t>
            </a:r>
            <a:endParaRPr lang="es-ES" dirty="0"/>
          </a:p>
          <a:p>
            <a:pPr>
              <a:buFont typeface="+mj-lt"/>
              <a:buAutoNum type="arabicPeriod"/>
            </a:pPr>
            <a:r>
              <a:rPr lang="es-ES" dirty="0"/>
              <a:t>Se vuelve invisible cuando se queda sin señal. </a:t>
            </a:r>
            <a:r>
              <a:rPr lang="es-ES" b="1" dirty="0"/>
              <a:t>(False)</a:t>
            </a:r>
            <a:endParaRPr lang="es-ES" dirty="0"/>
          </a:p>
        </p:txBody>
      </p:sp>
    </p:spTree>
    <p:extLst>
      <p:ext uri="{BB962C8B-B14F-4D97-AF65-F5344CB8AC3E}">
        <p14:creationId xmlns:p14="http://schemas.microsoft.com/office/powerpoint/2010/main" val="3329747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7A078D16-FABF-C913-8EE3-617859BC1EE0}"/>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448C20C8-3B42-1244-A253-9A551F10CEC2}"/>
              </a:ext>
            </a:extLst>
          </p:cNvPr>
          <p:cNvSpPr txBox="1"/>
          <p:nvPr/>
        </p:nvSpPr>
        <p:spPr>
          <a:xfrm>
            <a:off x="512201" y="698156"/>
            <a:ext cx="7655522" cy="3369449"/>
          </a:xfrm>
          <a:prstGeom prst="rect">
            <a:avLst/>
          </a:prstGeom>
          <a:noFill/>
        </p:spPr>
        <p:txBody>
          <a:bodyPr wrap="square">
            <a:spAutoFit/>
          </a:bodyPr>
          <a:lstStyle/>
          <a:p>
            <a:pPr>
              <a:lnSpc>
                <a:spcPct val="150000"/>
              </a:lnSpc>
              <a:buNone/>
            </a:pPr>
            <a:r>
              <a:rPr lang="es-ES" b="1" dirty="0"/>
              <a:t>¿Por qué esto ayuda a pensar como programador?</a:t>
            </a:r>
          </a:p>
          <a:p>
            <a:pPr>
              <a:lnSpc>
                <a:spcPct val="150000"/>
              </a:lnSpc>
              <a:buNone/>
            </a:pPr>
            <a:r>
              <a:rPr lang="es-ES" dirty="0"/>
              <a:t>Al plantearlo así, estás trabajando con </a:t>
            </a:r>
            <a:r>
              <a:rPr lang="es-ES" b="1" dirty="0"/>
              <a:t>Valores Booleanos</a:t>
            </a:r>
            <a:r>
              <a:rPr lang="es-ES" dirty="0"/>
              <a:t> (Verdadero o Falso). En Linux y en cualquier lenguaje, la computadora evalúa afirmaciones constantemente:</a:t>
            </a:r>
          </a:p>
          <a:p>
            <a:pPr>
              <a:lnSpc>
                <a:spcPct val="150000"/>
              </a:lnSpc>
              <a:buFont typeface="Arial" panose="020B0604020202020204" pitchFamily="34" charset="0"/>
              <a:buChar char="•"/>
            </a:pPr>
            <a:r>
              <a:rPr lang="es-ES" b="1" dirty="0"/>
              <a:t>Lógica de Programador:</a:t>
            </a:r>
            <a:endParaRPr lang="es-ES" dirty="0"/>
          </a:p>
          <a:p>
            <a:pPr marL="742950" lvl="1" indent="-285750">
              <a:lnSpc>
                <a:spcPct val="150000"/>
              </a:lnSpc>
              <a:buFont typeface="Arial" panose="020B0604020202020204" pitchFamily="34" charset="0"/>
              <a:buChar char="•"/>
            </a:pPr>
            <a:r>
              <a:rPr lang="es-ES" dirty="0">
                <a:latin typeface="Courier New" panose="02070309020205020404" pitchFamily="49" charset="0"/>
              </a:rPr>
              <a:t>¿Batería cargada?</a:t>
            </a:r>
            <a:r>
              <a:rPr lang="es-ES" dirty="0"/>
              <a:t> -&gt; </a:t>
            </a:r>
            <a:r>
              <a:rPr lang="es-ES" b="1" dirty="0"/>
              <a:t>TRUE</a:t>
            </a:r>
            <a:r>
              <a:rPr lang="es-ES" dirty="0"/>
              <a:t> -&gt; Encender pantalla.</a:t>
            </a:r>
          </a:p>
          <a:p>
            <a:pPr marL="742950" lvl="1" indent="-285750">
              <a:lnSpc>
                <a:spcPct val="150000"/>
              </a:lnSpc>
              <a:buFont typeface="Arial" panose="020B0604020202020204" pitchFamily="34" charset="0"/>
              <a:buChar char="•"/>
            </a:pPr>
            <a:r>
              <a:rPr lang="es-ES" dirty="0">
                <a:latin typeface="Courier New" panose="02070309020205020404" pitchFamily="49" charset="0"/>
              </a:rPr>
              <a:t>¿Sumergido en café?</a:t>
            </a:r>
            <a:r>
              <a:rPr lang="es-ES" dirty="0"/>
              <a:t> -&gt; </a:t>
            </a:r>
            <a:r>
              <a:rPr lang="es-ES" b="1" dirty="0"/>
              <a:t>FALSE</a:t>
            </a:r>
            <a:r>
              <a:rPr lang="es-ES" dirty="0"/>
              <a:t> -&gt; El sistema sigue funcionando.</a:t>
            </a:r>
          </a:p>
        </p:txBody>
      </p:sp>
    </p:spTree>
    <p:extLst>
      <p:ext uri="{BB962C8B-B14F-4D97-AF65-F5344CB8AC3E}">
        <p14:creationId xmlns:p14="http://schemas.microsoft.com/office/powerpoint/2010/main" val="2339385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6B92D409-F4C5-A986-08F5-72F6B4DC1FF2}"/>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6604F3DB-B83F-994D-1434-31D026F1A3DA}"/>
              </a:ext>
            </a:extLst>
          </p:cNvPr>
          <p:cNvSpPr txBox="1"/>
          <p:nvPr/>
        </p:nvSpPr>
        <p:spPr>
          <a:xfrm>
            <a:off x="529627" y="629557"/>
            <a:ext cx="7862935" cy="646331"/>
          </a:xfrm>
          <a:prstGeom prst="rect">
            <a:avLst/>
          </a:prstGeom>
          <a:noFill/>
        </p:spPr>
        <p:txBody>
          <a:bodyPr wrap="square">
            <a:spAutoFit/>
          </a:bodyPr>
          <a:lstStyle/>
          <a:p>
            <a:r>
              <a:rPr lang="es-ES" dirty="0"/>
              <a:t>7. El Problema: "No encuentro mis llaves para salir de casa". </a:t>
            </a:r>
            <a:r>
              <a:rPr lang="es-ES" b="0" i="0" dirty="0">
                <a:solidFill>
                  <a:srgbClr val="000000"/>
                </a:solidFill>
                <a:effectLst/>
                <a:latin typeface="-apple-system"/>
              </a:rPr>
              <a:t>20 minutos.</a:t>
            </a:r>
            <a:endParaRPr lang="es-ES" dirty="0"/>
          </a:p>
          <a:p>
            <a:endParaRPr lang="es-ES" dirty="0"/>
          </a:p>
        </p:txBody>
      </p:sp>
      <p:sp>
        <p:nvSpPr>
          <p:cNvPr id="5" name="CuadroTexto 4">
            <a:extLst>
              <a:ext uri="{FF2B5EF4-FFF2-40B4-BE49-F238E27FC236}">
                <a16:creationId xmlns:a16="http://schemas.microsoft.com/office/drawing/2014/main" id="{0DCFC7FA-FC54-85CF-B579-C2C17505C338}"/>
              </a:ext>
            </a:extLst>
          </p:cNvPr>
          <p:cNvSpPr txBox="1"/>
          <p:nvPr/>
        </p:nvSpPr>
        <p:spPr>
          <a:xfrm>
            <a:off x="529626" y="1559452"/>
            <a:ext cx="7424965" cy="3139321"/>
          </a:xfrm>
          <a:prstGeom prst="rect">
            <a:avLst/>
          </a:prstGeom>
          <a:noFill/>
        </p:spPr>
        <p:txBody>
          <a:bodyPr wrap="square">
            <a:spAutoFit/>
          </a:bodyPr>
          <a:lstStyle/>
          <a:p>
            <a:pPr>
              <a:buNone/>
            </a:pPr>
            <a:r>
              <a:rPr lang="es-ES" b="1" dirty="0"/>
              <a:t>Opción 1: Fuerza Bruta (El bucle </a:t>
            </a:r>
            <a:r>
              <a:rPr lang="es-ES" b="1" dirty="0" err="1">
                <a:latin typeface="Courier New" panose="02070309020205020404" pitchFamily="49" charset="0"/>
              </a:rPr>
              <a:t>for</a:t>
            </a:r>
            <a:r>
              <a:rPr lang="es-ES" b="1" dirty="0"/>
              <a:t> exhaustivo)</a:t>
            </a:r>
          </a:p>
          <a:p>
            <a:pPr>
              <a:buNone/>
            </a:pPr>
            <a:r>
              <a:rPr lang="es-ES" b="1" dirty="0"/>
              <a:t>Lógica:</a:t>
            </a:r>
            <a:r>
              <a:rPr lang="es-ES" dirty="0"/>
              <a:t> Revisas absolutamente todos los lugares, uno por uno, sin importar nada más.</a:t>
            </a:r>
          </a:p>
          <a:p>
            <a:pPr>
              <a:buFont typeface="Arial" panose="020B0604020202020204" pitchFamily="34" charset="0"/>
              <a:buChar char="•"/>
            </a:pPr>
            <a:r>
              <a:rPr lang="es-ES" b="1" dirty="0"/>
              <a:t>Pantomima:</a:t>
            </a:r>
            <a:endParaRPr lang="es-ES" dirty="0"/>
          </a:p>
          <a:p>
            <a:pPr marL="742950" lvl="1" indent="-285750">
              <a:buFont typeface="Arial" panose="020B0604020202020204" pitchFamily="34" charset="0"/>
              <a:buChar char="•"/>
            </a:pPr>
            <a:r>
              <a:rPr lang="es-ES" dirty="0"/>
              <a:t>Caminas rígidamente hacia la mesa. (Mueves las manos como buscando).</a:t>
            </a:r>
          </a:p>
          <a:p>
            <a:pPr marL="742950" lvl="1" indent="-285750">
              <a:buFont typeface="Arial" panose="020B0604020202020204" pitchFamily="34" charset="0"/>
              <a:buChar char="•"/>
            </a:pPr>
            <a:r>
              <a:rPr lang="es-ES" dirty="0"/>
              <a:t>Caminas hacia el sofá. (Mueves las manos).</a:t>
            </a:r>
          </a:p>
          <a:p>
            <a:pPr marL="742950" lvl="1" indent="-285750">
              <a:buFont typeface="Arial" panose="020B0604020202020204" pitchFamily="34" charset="0"/>
              <a:buChar char="•"/>
            </a:pPr>
            <a:r>
              <a:rPr lang="es-ES" dirty="0"/>
              <a:t>Caminas hacia la cocina. (Mueves las manos).</a:t>
            </a:r>
          </a:p>
          <a:p>
            <a:pPr marL="742950" lvl="1" indent="-285750">
              <a:buFont typeface="Arial" panose="020B0604020202020204" pitchFamily="34" charset="0"/>
              <a:buChar char="•"/>
            </a:pPr>
            <a:r>
              <a:rPr lang="es-ES" dirty="0"/>
              <a:t>Repites hasta que "haces </a:t>
            </a:r>
            <a:r>
              <a:rPr lang="es-ES" dirty="0" err="1"/>
              <a:t>click</a:t>
            </a:r>
            <a:r>
              <a:rPr lang="es-ES" dirty="0"/>
              <a:t>" con los dedos al encontrarlas.</a:t>
            </a:r>
          </a:p>
          <a:p>
            <a:pPr>
              <a:buFont typeface="Arial" panose="020B0604020202020204" pitchFamily="34" charset="0"/>
              <a:buChar char="•"/>
            </a:pPr>
            <a:r>
              <a:rPr lang="es-ES" b="1" dirty="0"/>
              <a:t>Por qué funciona:</a:t>
            </a:r>
            <a:r>
              <a:rPr lang="es-ES" dirty="0"/>
              <a:t> Es lento pero infalible. En programación, esto es recorrer una lista completa de datos.</a:t>
            </a:r>
          </a:p>
        </p:txBody>
      </p:sp>
    </p:spTree>
    <p:extLst>
      <p:ext uri="{BB962C8B-B14F-4D97-AF65-F5344CB8AC3E}">
        <p14:creationId xmlns:p14="http://schemas.microsoft.com/office/powerpoint/2010/main" val="1659742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BB748EDD-6210-B194-6B45-FF79609BE661}"/>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1363565B-693D-52BB-E061-0CACEDF28EE6}"/>
              </a:ext>
            </a:extLst>
          </p:cNvPr>
          <p:cNvSpPr txBox="1"/>
          <p:nvPr/>
        </p:nvSpPr>
        <p:spPr>
          <a:xfrm>
            <a:off x="378135" y="891563"/>
            <a:ext cx="8552734" cy="4200445"/>
          </a:xfrm>
          <a:prstGeom prst="rect">
            <a:avLst/>
          </a:prstGeom>
          <a:noFill/>
        </p:spPr>
        <p:txBody>
          <a:bodyPr wrap="square">
            <a:spAutoFit/>
          </a:bodyPr>
          <a:lstStyle/>
          <a:p>
            <a:pPr>
              <a:lnSpc>
                <a:spcPct val="150000"/>
              </a:lnSpc>
              <a:buNone/>
            </a:pPr>
            <a:r>
              <a:rPr lang="es-ES" b="1" dirty="0"/>
              <a:t>Opción 2: Condicional Inteligente (El </a:t>
            </a:r>
            <a:r>
              <a:rPr lang="es-ES" b="1" dirty="0" err="1">
                <a:latin typeface="Courier New" panose="02070309020205020404" pitchFamily="49" charset="0"/>
              </a:rPr>
              <a:t>if</a:t>
            </a:r>
            <a:r>
              <a:rPr lang="es-ES" b="1" dirty="0">
                <a:latin typeface="Courier New" panose="02070309020205020404" pitchFamily="49" charset="0"/>
              </a:rPr>
              <a:t>/</a:t>
            </a:r>
            <a:r>
              <a:rPr lang="es-ES" b="1" dirty="0" err="1">
                <a:latin typeface="Courier New" panose="02070309020205020404" pitchFamily="49" charset="0"/>
              </a:rPr>
              <a:t>else</a:t>
            </a:r>
            <a:r>
              <a:rPr lang="es-ES" b="1" dirty="0"/>
              <a:t> con sensores)</a:t>
            </a:r>
          </a:p>
          <a:p>
            <a:pPr>
              <a:lnSpc>
                <a:spcPct val="150000"/>
              </a:lnSpc>
              <a:buNone/>
            </a:pPr>
            <a:r>
              <a:rPr lang="es-ES" b="1" dirty="0"/>
              <a:t>Lógica:</a:t>
            </a:r>
            <a:r>
              <a:rPr lang="es-ES" dirty="0"/>
              <a:t> Solo buscas en los lugares donde </a:t>
            </a:r>
            <a:r>
              <a:rPr lang="es-ES" i="1" dirty="0"/>
              <a:t>podrían</a:t>
            </a:r>
            <a:r>
              <a:rPr lang="es-ES" dirty="0"/>
              <a:t> estar basándote en una condición (¿llevaba mi abrigo puesto?).</a:t>
            </a:r>
          </a:p>
          <a:p>
            <a:pPr>
              <a:lnSpc>
                <a:spcPct val="150000"/>
              </a:lnSpc>
              <a:buFont typeface="Arial" panose="020B0604020202020204" pitchFamily="34" charset="0"/>
              <a:buChar char="•"/>
            </a:pPr>
            <a:r>
              <a:rPr lang="es-ES" b="1" dirty="0"/>
              <a:t>Pantomima:</a:t>
            </a:r>
            <a:endParaRPr lang="es-ES" dirty="0"/>
          </a:p>
          <a:p>
            <a:pPr marL="742950" lvl="1" indent="-285750">
              <a:lnSpc>
                <a:spcPct val="150000"/>
              </a:lnSpc>
              <a:buFont typeface="Arial" panose="020B0604020202020204" pitchFamily="34" charset="0"/>
              <a:buChar char="•"/>
            </a:pPr>
            <a:r>
              <a:rPr lang="es-ES" dirty="0"/>
              <a:t>Haces el gesto de "pensar" (mano en la barbilla).</a:t>
            </a:r>
          </a:p>
          <a:p>
            <a:pPr marL="742950" lvl="1" indent="-285750">
              <a:lnSpc>
                <a:spcPct val="150000"/>
              </a:lnSpc>
              <a:buFont typeface="Arial" panose="020B0604020202020204" pitchFamily="34" charset="0"/>
              <a:buChar char="•"/>
            </a:pPr>
            <a:r>
              <a:rPr lang="es-ES" dirty="0"/>
              <a:t>Gesto de frío (te abrazas a ti mismo). </a:t>
            </a:r>
            <a:r>
              <a:rPr lang="es-ES" b="1" dirty="0" err="1"/>
              <a:t>IF</a:t>
            </a:r>
            <a:r>
              <a:rPr lang="es-ES" dirty="0"/>
              <a:t> hacía frío...</a:t>
            </a:r>
          </a:p>
          <a:p>
            <a:pPr marL="742950" lvl="1" indent="-285750">
              <a:lnSpc>
                <a:spcPct val="150000"/>
              </a:lnSpc>
              <a:buFont typeface="Arial" panose="020B0604020202020204" pitchFamily="34" charset="0"/>
              <a:buChar char="•"/>
            </a:pPr>
            <a:r>
              <a:rPr lang="es-ES" dirty="0"/>
              <a:t>Caminas directo al lugar donde cuelgas el abrigo y buscas en el bolsillo.</a:t>
            </a:r>
          </a:p>
          <a:p>
            <a:pPr marL="742950" lvl="1" indent="-285750">
              <a:lnSpc>
                <a:spcPct val="150000"/>
              </a:lnSpc>
              <a:buFont typeface="Arial" panose="020B0604020202020204" pitchFamily="34" charset="0"/>
              <a:buChar char="•"/>
            </a:pPr>
            <a:r>
              <a:rPr lang="es-ES" b="1" dirty="0"/>
              <a:t>ELSE</a:t>
            </a:r>
            <a:r>
              <a:rPr lang="es-ES" dirty="0"/>
              <a:t> (si no están ahí), haces gesto de hombros arriba y vas a la mesa de la entrada.</a:t>
            </a:r>
          </a:p>
          <a:p>
            <a:pPr>
              <a:lnSpc>
                <a:spcPct val="150000"/>
              </a:lnSpc>
              <a:buFont typeface="Arial" panose="020B0604020202020204" pitchFamily="34" charset="0"/>
              <a:buChar char="•"/>
            </a:pPr>
            <a:r>
              <a:rPr lang="es-ES" b="1" dirty="0"/>
              <a:t>Por qué funciona:</a:t>
            </a:r>
            <a:r>
              <a:rPr lang="es-ES" dirty="0"/>
              <a:t> Ahorras energía y tiempo. Es una búsqueda optimizada.</a:t>
            </a:r>
          </a:p>
        </p:txBody>
      </p:sp>
    </p:spTree>
    <p:extLst>
      <p:ext uri="{BB962C8B-B14F-4D97-AF65-F5344CB8AC3E}">
        <p14:creationId xmlns:p14="http://schemas.microsoft.com/office/powerpoint/2010/main" val="14549245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94B3AFB1-40DB-DBA1-41B2-0A424B1AFCFA}"/>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41A83A88-0E2C-D8EF-220E-FF528E3E7AEF}"/>
              </a:ext>
            </a:extLst>
          </p:cNvPr>
          <p:cNvSpPr txBox="1"/>
          <p:nvPr/>
        </p:nvSpPr>
        <p:spPr>
          <a:xfrm>
            <a:off x="543139" y="660793"/>
            <a:ext cx="7782713" cy="4200445"/>
          </a:xfrm>
          <a:prstGeom prst="rect">
            <a:avLst/>
          </a:prstGeom>
          <a:noFill/>
        </p:spPr>
        <p:txBody>
          <a:bodyPr wrap="square">
            <a:spAutoFit/>
          </a:bodyPr>
          <a:lstStyle/>
          <a:p>
            <a:pPr>
              <a:lnSpc>
                <a:spcPct val="150000"/>
              </a:lnSpc>
              <a:buNone/>
            </a:pPr>
            <a:r>
              <a:rPr lang="es-ES" b="1" dirty="0"/>
              <a:t>Opción 3: El método "Recursivo" (Pedir ayuda)</a:t>
            </a:r>
          </a:p>
          <a:p>
            <a:pPr>
              <a:lnSpc>
                <a:spcPct val="150000"/>
              </a:lnSpc>
              <a:buNone/>
            </a:pPr>
            <a:r>
              <a:rPr lang="es-ES" b="1" dirty="0"/>
              <a:t>Lógica:</a:t>
            </a:r>
            <a:r>
              <a:rPr lang="es-ES" dirty="0"/>
              <a:t> Si tú no las encuentras, llamas a un proceso externo (otra persona) para que haga lo mismo que tú.</a:t>
            </a:r>
          </a:p>
          <a:p>
            <a:pPr>
              <a:lnSpc>
                <a:spcPct val="150000"/>
              </a:lnSpc>
              <a:buFont typeface="Arial" panose="020B0604020202020204" pitchFamily="34" charset="0"/>
              <a:buChar char="•"/>
            </a:pPr>
            <a:r>
              <a:rPr lang="es-ES" b="1" dirty="0"/>
              <a:t>Pantomima:</a:t>
            </a:r>
            <a:endParaRPr lang="es-ES" dirty="0"/>
          </a:p>
          <a:p>
            <a:pPr marL="742950" lvl="1" indent="-285750">
              <a:lnSpc>
                <a:spcPct val="150000"/>
              </a:lnSpc>
              <a:buFont typeface="Arial" panose="020B0604020202020204" pitchFamily="34" charset="0"/>
              <a:buChar char="•"/>
            </a:pPr>
            <a:r>
              <a:rPr lang="es-ES" dirty="0"/>
              <a:t>Buscas un segundo en tus bolsillos.</a:t>
            </a:r>
          </a:p>
          <a:p>
            <a:pPr marL="742950" lvl="1" indent="-285750">
              <a:lnSpc>
                <a:spcPct val="150000"/>
              </a:lnSpc>
              <a:buFont typeface="Arial" panose="020B0604020202020204" pitchFamily="34" charset="0"/>
              <a:buChar char="•"/>
            </a:pPr>
            <a:r>
              <a:rPr lang="es-ES" dirty="0"/>
              <a:t>Haces el gesto de usar un teléfono o gritar hacia otra habitación.</a:t>
            </a:r>
          </a:p>
          <a:p>
            <a:pPr marL="742950" lvl="1" indent="-285750">
              <a:lnSpc>
                <a:spcPct val="150000"/>
              </a:lnSpc>
              <a:buFont typeface="Arial" panose="020B0604020202020204" pitchFamily="34" charset="0"/>
              <a:buChar char="•"/>
            </a:pPr>
            <a:r>
              <a:rPr lang="es-ES" dirty="0"/>
              <a:t>Te quedas quieto en "espera" (Idle).</a:t>
            </a:r>
          </a:p>
          <a:p>
            <a:pPr marL="742950" lvl="1" indent="-285750">
              <a:lnSpc>
                <a:spcPct val="150000"/>
              </a:lnSpc>
              <a:buFont typeface="Arial" panose="020B0604020202020204" pitchFamily="34" charset="0"/>
              <a:buChar char="•"/>
            </a:pPr>
            <a:r>
              <a:rPr lang="es-ES" dirty="0"/>
              <a:t>Extiendes la mano para recibir las llaves de alguien más.</a:t>
            </a:r>
          </a:p>
          <a:p>
            <a:pPr>
              <a:lnSpc>
                <a:spcPct val="150000"/>
              </a:lnSpc>
              <a:buFont typeface="Arial" panose="020B0604020202020204" pitchFamily="34" charset="0"/>
              <a:buChar char="•"/>
            </a:pPr>
            <a:r>
              <a:rPr lang="es-ES" b="1" dirty="0"/>
              <a:t>Por qué funciona:</a:t>
            </a:r>
            <a:r>
              <a:rPr lang="es-ES" dirty="0"/>
              <a:t> En Linux, esto es como usar un </a:t>
            </a:r>
            <a:r>
              <a:rPr lang="es-ES" b="1" dirty="0"/>
              <a:t>pipe</a:t>
            </a:r>
            <a:r>
              <a:rPr lang="es-ES" dirty="0"/>
              <a:t> (</a:t>
            </a:r>
            <a:r>
              <a:rPr lang="es-ES" dirty="0">
                <a:latin typeface="Courier New" panose="02070309020205020404" pitchFamily="49" charset="0"/>
              </a:rPr>
              <a:t>|</a:t>
            </a:r>
            <a:r>
              <a:rPr lang="es-ES" dirty="0"/>
              <a:t>) para enviar el problema a otro comando que sepa resolverlo mejor.</a:t>
            </a:r>
          </a:p>
        </p:txBody>
      </p:sp>
    </p:spTree>
    <p:extLst>
      <p:ext uri="{BB962C8B-B14F-4D97-AF65-F5344CB8AC3E}">
        <p14:creationId xmlns:p14="http://schemas.microsoft.com/office/powerpoint/2010/main" val="32641477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23D497DF-4846-6C0F-EF5D-31825D1B1290}"/>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38B60C15-7D93-EBD6-BC58-EAE9DCA401C8}"/>
              </a:ext>
            </a:extLst>
          </p:cNvPr>
          <p:cNvSpPr txBox="1"/>
          <p:nvPr/>
        </p:nvSpPr>
        <p:spPr>
          <a:xfrm>
            <a:off x="409073" y="535237"/>
            <a:ext cx="8418667" cy="646331"/>
          </a:xfrm>
          <a:prstGeom prst="rect">
            <a:avLst/>
          </a:prstGeom>
          <a:noFill/>
        </p:spPr>
        <p:txBody>
          <a:bodyPr wrap="square">
            <a:spAutoFit/>
          </a:bodyPr>
          <a:lstStyle/>
          <a:p>
            <a:pPr>
              <a:buNone/>
            </a:pPr>
            <a:r>
              <a:rPr lang="es-ES" b="1" dirty="0"/>
              <a:t>Tabla de resolución para tu ejercicio</a:t>
            </a:r>
          </a:p>
          <a:p>
            <a:pPr>
              <a:buNone/>
            </a:pPr>
            <a:r>
              <a:rPr lang="es-ES" dirty="0"/>
              <a:t>Si vas a presentarlo, puedes usar esta estructura para explicar tus movimientos:</a:t>
            </a:r>
          </a:p>
        </p:txBody>
      </p:sp>
      <p:graphicFrame>
        <p:nvGraphicFramePr>
          <p:cNvPr id="5" name="Tabla 4">
            <a:extLst>
              <a:ext uri="{FF2B5EF4-FFF2-40B4-BE49-F238E27FC236}">
                <a16:creationId xmlns:a16="http://schemas.microsoft.com/office/drawing/2014/main" id="{C6F6DF3C-B954-A0ED-6D29-428AFE570E74}"/>
              </a:ext>
            </a:extLst>
          </p:cNvPr>
          <p:cNvGraphicFramePr>
            <a:graphicFrameLocks noGrp="1"/>
          </p:cNvGraphicFramePr>
          <p:nvPr>
            <p:extLst>
              <p:ext uri="{D42A27DB-BD31-4B8C-83A1-F6EECF244321}">
                <p14:modId xmlns:p14="http://schemas.microsoft.com/office/powerpoint/2010/main" val="1671546184"/>
              </p:ext>
            </p:extLst>
          </p:nvPr>
        </p:nvGraphicFramePr>
        <p:xfrm>
          <a:off x="628650" y="1828800"/>
          <a:ext cx="7886700" cy="1600200"/>
        </p:xfrm>
        <a:graphic>
          <a:graphicData uri="http://schemas.openxmlformats.org/drawingml/2006/table">
            <a:tbl>
              <a:tblPr/>
              <a:tblGrid>
                <a:gridCol w="2628900">
                  <a:extLst>
                    <a:ext uri="{9D8B030D-6E8A-4147-A177-3AD203B41FA5}">
                      <a16:colId xmlns:a16="http://schemas.microsoft.com/office/drawing/2014/main" val="1771175263"/>
                    </a:ext>
                  </a:extLst>
                </a:gridCol>
                <a:gridCol w="2628900">
                  <a:extLst>
                    <a:ext uri="{9D8B030D-6E8A-4147-A177-3AD203B41FA5}">
                      <a16:colId xmlns:a16="http://schemas.microsoft.com/office/drawing/2014/main" val="783866133"/>
                    </a:ext>
                  </a:extLst>
                </a:gridCol>
                <a:gridCol w="2628900">
                  <a:extLst>
                    <a:ext uri="{9D8B030D-6E8A-4147-A177-3AD203B41FA5}">
                      <a16:colId xmlns:a16="http://schemas.microsoft.com/office/drawing/2014/main" val="3304875351"/>
                    </a:ext>
                  </a:extLst>
                </a:gridCol>
              </a:tblGrid>
              <a:tr h="0">
                <a:tc>
                  <a:txBody>
                    <a:bodyPr/>
                    <a:lstStyle/>
                    <a:p>
                      <a:pPr>
                        <a:buNone/>
                      </a:pPr>
                      <a:r>
                        <a:rPr lang="es-ES" b="1">
                          <a:effectLst/>
                          <a:latin typeface="Google Sans Text"/>
                        </a:rPr>
                        <a:t>Camino</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b="1">
                          <a:effectLst/>
                          <a:latin typeface="Google Sans Text"/>
                        </a:rPr>
                        <a:t>Lógica de Programador</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b="1">
                          <a:effectLst/>
                          <a:latin typeface="Google Sans Text"/>
                        </a:rPr>
                        <a:t>Gesto Clave</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48516671"/>
                  </a:ext>
                </a:extLst>
              </a:tr>
              <a:tr h="0">
                <a:tc>
                  <a:txBody>
                    <a:bodyPr/>
                    <a:lstStyle/>
                    <a:p>
                      <a:pPr>
                        <a:buNone/>
                      </a:pPr>
                      <a:r>
                        <a:rPr lang="es-ES" b="1">
                          <a:effectLst/>
                          <a:latin typeface="Google Sans Text"/>
                        </a:rPr>
                        <a:t>Opción A</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a:effectLst/>
                          <a:latin typeface="Google Sans Text"/>
                        </a:rPr>
                        <a:t>Bucle infinito hasta encontrar el objeto.</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a:effectLst/>
                          <a:latin typeface="Google Sans Text"/>
                        </a:rPr>
                        <a:t>Movimientos repetitivos y constantes.</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9680298"/>
                  </a:ext>
                </a:extLst>
              </a:tr>
              <a:tr h="0">
                <a:tc>
                  <a:txBody>
                    <a:bodyPr/>
                    <a:lstStyle/>
                    <a:p>
                      <a:pPr>
                        <a:buNone/>
                      </a:pPr>
                      <a:r>
                        <a:rPr lang="es-ES" b="1">
                          <a:effectLst/>
                          <a:latin typeface="Google Sans Text"/>
                        </a:rPr>
                        <a:t>Opción B</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a:effectLst/>
                          <a:latin typeface="Google Sans Text"/>
                        </a:rPr>
                        <a:t>Filtro de datos (solo buscar en sitios lógicos).</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a:effectLst/>
                          <a:latin typeface="Google Sans Text"/>
                        </a:rPr>
                        <a:t>Gesto de "descarte" (esto no, aquello sí).</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5937720"/>
                  </a:ext>
                </a:extLst>
              </a:tr>
              <a:tr h="0">
                <a:tc>
                  <a:txBody>
                    <a:bodyPr/>
                    <a:lstStyle/>
                    <a:p>
                      <a:pPr>
                        <a:buNone/>
                      </a:pPr>
                      <a:r>
                        <a:rPr lang="es-ES" b="1">
                          <a:effectLst/>
                          <a:latin typeface="Google Sans Text"/>
                        </a:rPr>
                        <a:t>Opción C</a:t>
                      </a:r>
                      <a:endParaRPr lang="es-ES">
                        <a:effectLst/>
                        <a:latin typeface="Google Sans Text"/>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a:effectLst/>
                          <a:latin typeface="Google Sans Text"/>
                        </a:rPr>
                        <a:t>Delegar la tarea (pedir ayuda).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buNone/>
                      </a:pPr>
                      <a:r>
                        <a:rPr lang="es-ES" dirty="0">
                          <a:effectLst/>
                          <a:latin typeface="Google Sans Text"/>
                        </a:rPr>
                        <a:t>Gesto de "llamar" o señalar a otro.</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20441680"/>
                  </a:ext>
                </a:extLst>
              </a:tr>
            </a:tbl>
          </a:graphicData>
        </a:graphic>
      </p:graphicFrame>
    </p:spTree>
    <p:extLst>
      <p:ext uri="{BB962C8B-B14F-4D97-AF65-F5344CB8AC3E}">
        <p14:creationId xmlns:p14="http://schemas.microsoft.com/office/powerpoint/2010/main" val="906857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FE3D006F-2753-17F0-3F00-B8FA5EB29CDF}"/>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5C85D2D0-F8B5-68DC-1441-45E55EBDA032}"/>
              </a:ext>
            </a:extLst>
          </p:cNvPr>
          <p:cNvSpPr txBox="1"/>
          <p:nvPr/>
        </p:nvSpPr>
        <p:spPr>
          <a:xfrm>
            <a:off x="604319" y="914647"/>
            <a:ext cx="7935362" cy="1364284"/>
          </a:xfrm>
          <a:prstGeom prst="rect">
            <a:avLst/>
          </a:prstGeom>
          <a:noFill/>
        </p:spPr>
        <p:txBody>
          <a:bodyPr wrap="square">
            <a:spAutoFit/>
          </a:bodyPr>
          <a:lstStyle/>
          <a:p>
            <a:pPr algn="just">
              <a:lnSpc>
                <a:spcPct val="250000"/>
              </a:lnSpc>
            </a:pPr>
            <a:r>
              <a:rPr lang="es-ES" dirty="0"/>
              <a:t>8. Búsquedas y ordenamiento: ordena de forma alfabética o por tamaño la lista de nombres o la colección de 15 libros / 15 discos favoritos. </a:t>
            </a:r>
            <a:r>
              <a:rPr lang="es-ES" b="0" i="0" dirty="0">
                <a:solidFill>
                  <a:srgbClr val="000000"/>
                </a:solidFill>
                <a:effectLst/>
                <a:latin typeface="-apple-system"/>
              </a:rPr>
              <a:t>20 minutos</a:t>
            </a:r>
            <a:endParaRPr lang="es-ES" dirty="0"/>
          </a:p>
        </p:txBody>
      </p:sp>
      <p:sp>
        <p:nvSpPr>
          <p:cNvPr id="5" name="CuadroTexto 4">
            <a:extLst>
              <a:ext uri="{FF2B5EF4-FFF2-40B4-BE49-F238E27FC236}">
                <a16:creationId xmlns:a16="http://schemas.microsoft.com/office/drawing/2014/main" id="{D9AF3713-9E46-D854-81C5-40E4BE9E3131}"/>
              </a:ext>
            </a:extLst>
          </p:cNvPr>
          <p:cNvSpPr txBox="1"/>
          <p:nvPr/>
        </p:nvSpPr>
        <p:spPr>
          <a:xfrm>
            <a:off x="663455" y="2619321"/>
            <a:ext cx="7676147" cy="2538452"/>
          </a:xfrm>
          <a:prstGeom prst="rect">
            <a:avLst/>
          </a:prstGeom>
          <a:noFill/>
        </p:spPr>
        <p:txBody>
          <a:bodyPr wrap="square">
            <a:spAutoFit/>
          </a:bodyPr>
          <a:lstStyle/>
          <a:p>
            <a:pPr>
              <a:lnSpc>
                <a:spcPct val="150000"/>
              </a:lnSpc>
              <a:buNone/>
            </a:pPr>
            <a:r>
              <a:rPr lang="es-ES" dirty="0"/>
              <a:t>Este es uno de los conceptos más importantes en computación y Linux. Ordenar datos permite que las búsquedas sean mucho más rápidas. Para pensar como un programador (o un administrador de sistemas Linux), no solo "mueves las cosas", sino que sigues un </a:t>
            </a:r>
            <a:r>
              <a:rPr lang="es-ES" b="1" dirty="0"/>
              <a:t>algoritmo</a:t>
            </a:r>
            <a:r>
              <a:rPr lang="es-ES" dirty="0"/>
              <a:t>.</a:t>
            </a:r>
          </a:p>
          <a:p>
            <a:pPr>
              <a:lnSpc>
                <a:spcPct val="150000"/>
              </a:lnSpc>
              <a:buNone/>
            </a:pPr>
            <a:r>
              <a:rPr lang="es-ES" dirty="0"/>
              <a:t>Vamos a ordenar una colección de </a:t>
            </a:r>
            <a:r>
              <a:rPr lang="es-ES" b="1" dirty="0"/>
              <a:t>15 discos</a:t>
            </a:r>
            <a:r>
              <a:rPr lang="es-ES" dirty="0"/>
              <a:t> usando dos métodos lógicos diferentes:</a:t>
            </a:r>
          </a:p>
        </p:txBody>
      </p:sp>
    </p:spTree>
    <p:extLst>
      <p:ext uri="{BB962C8B-B14F-4D97-AF65-F5344CB8AC3E}">
        <p14:creationId xmlns:p14="http://schemas.microsoft.com/office/powerpoint/2010/main" val="456699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FD6B281D-D0B7-A998-D97A-B9DBDCD6ECBD}"/>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266544E0-37A8-F357-D402-0480F6D9C96C}"/>
              </a:ext>
            </a:extLst>
          </p:cNvPr>
          <p:cNvSpPr txBox="1"/>
          <p:nvPr/>
        </p:nvSpPr>
        <p:spPr>
          <a:xfrm>
            <a:off x="378136" y="378817"/>
            <a:ext cx="8071470" cy="4247317"/>
          </a:xfrm>
          <a:prstGeom prst="rect">
            <a:avLst/>
          </a:prstGeom>
          <a:noFill/>
        </p:spPr>
        <p:txBody>
          <a:bodyPr wrap="square">
            <a:spAutoFit/>
          </a:bodyPr>
          <a:lstStyle/>
          <a:p>
            <a:pPr>
              <a:buNone/>
            </a:pPr>
            <a:r>
              <a:rPr lang="es-ES" b="1" dirty="0"/>
              <a:t>1. Ordenamiento por Tamaño (Algoritmo de Selección)</a:t>
            </a:r>
          </a:p>
          <a:p>
            <a:pPr>
              <a:buNone/>
            </a:pPr>
            <a:r>
              <a:rPr lang="es-ES" dirty="0"/>
              <a:t>Imagina que quieres ordenar los discos del más pequeño al más grande (o por duración en minutos).</a:t>
            </a:r>
          </a:p>
          <a:p>
            <a:pPr>
              <a:buNone/>
            </a:pPr>
            <a:endParaRPr lang="es-ES" dirty="0"/>
          </a:p>
          <a:p>
            <a:pPr>
              <a:buNone/>
            </a:pPr>
            <a:r>
              <a:rPr lang="es-ES" b="1" dirty="0"/>
              <a:t>Pasos lógicos:</a:t>
            </a:r>
            <a:endParaRPr lang="es-ES" dirty="0"/>
          </a:p>
          <a:p>
            <a:pPr>
              <a:buFont typeface="+mj-lt"/>
              <a:buAutoNum type="arabicPeriod"/>
            </a:pPr>
            <a:r>
              <a:rPr lang="es-ES" b="1" dirty="0"/>
              <a:t>Buscar el mínimo:</a:t>
            </a:r>
            <a:r>
              <a:rPr lang="es-ES" dirty="0"/>
              <a:t> Recorres toda la pila de 15 discos y buscas el que tenga el menor tamaño.</a:t>
            </a:r>
          </a:p>
          <a:p>
            <a:pPr>
              <a:buFont typeface="+mj-lt"/>
              <a:buAutoNum type="arabicPeriod"/>
            </a:pPr>
            <a:r>
              <a:rPr lang="es-ES" b="1" dirty="0"/>
              <a:t>Intercambiar:</a:t>
            </a:r>
            <a:r>
              <a:rPr lang="es-ES" dirty="0"/>
              <a:t> Lo pones al principio de la fila.</a:t>
            </a:r>
          </a:p>
          <a:p>
            <a:pPr>
              <a:buFont typeface="+mj-lt"/>
              <a:buAutoNum type="arabicPeriod"/>
            </a:pPr>
            <a:r>
              <a:rPr lang="es-ES" b="1" dirty="0"/>
              <a:t>Repetir:</a:t>
            </a:r>
            <a:r>
              <a:rPr lang="es-ES" dirty="0"/>
              <a:t> Ahora buscas el más pequeño de los 14 que quedan y lo pones en la segunda posición.</a:t>
            </a:r>
          </a:p>
          <a:p>
            <a:pPr>
              <a:buFont typeface="+mj-lt"/>
              <a:buAutoNum type="arabicPeriod"/>
            </a:pPr>
            <a:r>
              <a:rPr lang="es-ES" b="1" dirty="0"/>
              <a:t>Finalizar:</a:t>
            </a:r>
            <a:r>
              <a:rPr lang="es-ES" dirty="0"/>
              <a:t> Repites hasta que solo quede un disco al final.</a:t>
            </a:r>
          </a:p>
          <a:p>
            <a:pPr>
              <a:buFont typeface="+mj-lt"/>
              <a:buAutoNum type="arabicPeriod"/>
            </a:pPr>
            <a:endParaRPr lang="es-ES" dirty="0"/>
          </a:p>
          <a:p>
            <a:pPr>
              <a:buNone/>
            </a:pPr>
            <a:r>
              <a:rPr lang="es-ES" b="1" dirty="0"/>
              <a:t>Por qué funciona para un programador:</a:t>
            </a:r>
            <a:r>
              <a:rPr lang="es-ES" dirty="0"/>
              <a:t> Es un proceso predecible. En Linux, comandos como </a:t>
            </a:r>
            <a:r>
              <a:rPr lang="es-ES" dirty="0" err="1">
                <a:latin typeface="Courier New" panose="02070309020205020404" pitchFamily="49" charset="0"/>
              </a:rPr>
              <a:t>ls</a:t>
            </a:r>
            <a:r>
              <a:rPr lang="es-ES" dirty="0">
                <a:latin typeface="Courier New" panose="02070309020205020404" pitchFamily="49" charset="0"/>
              </a:rPr>
              <a:t> -S</a:t>
            </a:r>
            <a:r>
              <a:rPr lang="es-ES" dirty="0"/>
              <a:t> (ordenar por tamaño de archivo) hacen exactamente esto: comparan el peso en bytes de cada elemento y los presentan en orden.</a:t>
            </a:r>
          </a:p>
        </p:txBody>
      </p:sp>
    </p:spTree>
    <p:extLst>
      <p:ext uri="{BB962C8B-B14F-4D97-AF65-F5344CB8AC3E}">
        <p14:creationId xmlns:p14="http://schemas.microsoft.com/office/powerpoint/2010/main" val="916652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B5FFE9D-CFAC-E7F7-FD90-5755212650B5}"/>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A1EA4D1F-3678-EB8C-DDD9-5EC49C379FC5}"/>
              </a:ext>
            </a:extLst>
          </p:cNvPr>
          <p:cNvSpPr txBox="1"/>
          <p:nvPr/>
        </p:nvSpPr>
        <p:spPr>
          <a:xfrm>
            <a:off x="295632" y="486828"/>
            <a:ext cx="8339603" cy="4801314"/>
          </a:xfrm>
          <a:prstGeom prst="rect">
            <a:avLst/>
          </a:prstGeom>
          <a:noFill/>
        </p:spPr>
        <p:txBody>
          <a:bodyPr wrap="square">
            <a:spAutoFit/>
          </a:bodyPr>
          <a:lstStyle/>
          <a:p>
            <a:pPr>
              <a:buNone/>
            </a:pPr>
            <a:r>
              <a:rPr lang="es-ES" b="1" dirty="0"/>
              <a:t>2. Ordenamiento Alfabético (Algoritmo de Burbuja)</a:t>
            </a:r>
          </a:p>
          <a:p>
            <a:pPr>
              <a:buNone/>
            </a:pPr>
            <a:endParaRPr lang="es-ES" b="1" dirty="0"/>
          </a:p>
          <a:p>
            <a:pPr>
              <a:buNone/>
            </a:pPr>
            <a:r>
              <a:rPr lang="es-ES" dirty="0"/>
              <a:t>Este es un método muy visual para hacer en persona con los 15 discos.</a:t>
            </a:r>
          </a:p>
          <a:p>
            <a:pPr>
              <a:buNone/>
            </a:pPr>
            <a:r>
              <a:rPr lang="es-ES" b="1" dirty="0"/>
              <a:t>Pasos lógicos:</a:t>
            </a:r>
          </a:p>
          <a:p>
            <a:pPr>
              <a:buNone/>
            </a:pPr>
            <a:endParaRPr lang="es-ES" dirty="0"/>
          </a:p>
          <a:p>
            <a:pPr>
              <a:buFont typeface="+mj-lt"/>
              <a:buAutoNum type="arabicPeriod"/>
            </a:pPr>
            <a:r>
              <a:rPr lang="es-ES" b="1" dirty="0"/>
              <a:t>Comparar parejas:</a:t>
            </a:r>
            <a:r>
              <a:rPr lang="es-ES" dirty="0"/>
              <a:t> Miras el primer y el segundo disco de la fila.</a:t>
            </a:r>
          </a:p>
          <a:p>
            <a:pPr>
              <a:buFont typeface="+mj-lt"/>
              <a:buAutoNum type="arabicPeriod"/>
            </a:pPr>
            <a:r>
              <a:rPr lang="es-ES" b="1" dirty="0"/>
              <a:t>¿Están en orden?:</a:t>
            </a:r>
            <a:r>
              <a:rPr lang="es-ES" dirty="0"/>
              <a:t> Si el segundo va antes alfabéticamente que el primero, los intercambias de lugar. Si no, los dejas así.</a:t>
            </a:r>
          </a:p>
          <a:p>
            <a:pPr>
              <a:buFont typeface="+mj-lt"/>
              <a:buAutoNum type="arabicPeriod"/>
            </a:pPr>
            <a:r>
              <a:rPr lang="es-ES" b="1" dirty="0"/>
              <a:t>Avanzar:</a:t>
            </a:r>
            <a:r>
              <a:rPr lang="es-ES" dirty="0"/>
              <a:t> Pasas al segundo y al tercero, y haces lo mismo.</a:t>
            </a:r>
          </a:p>
          <a:p>
            <a:pPr>
              <a:buFont typeface="+mj-lt"/>
              <a:buAutoNum type="arabicPeriod"/>
            </a:pPr>
            <a:r>
              <a:rPr lang="es-ES" b="1" dirty="0"/>
              <a:t>Bucle:</a:t>
            </a:r>
            <a:r>
              <a:rPr lang="es-ES" dirty="0"/>
              <a:t> Al llegar al final de los 15 discos, el que va último alfabéticamente habrá "flotado" hasta el final como una burbuja.</a:t>
            </a:r>
          </a:p>
          <a:p>
            <a:pPr>
              <a:buFont typeface="+mj-lt"/>
              <a:buAutoNum type="arabicPeriod"/>
            </a:pPr>
            <a:r>
              <a:rPr lang="es-ES" b="1" dirty="0"/>
              <a:t>Repetir el ciclo:</a:t>
            </a:r>
            <a:r>
              <a:rPr lang="es-ES" dirty="0"/>
              <a:t> Vuelves a empezar desde el principio hasta que en una vuelta completa no tengas que mover nada.</a:t>
            </a:r>
          </a:p>
          <a:p>
            <a:pPr>
              <a:buFont typeface="+mj-lt"/>
              <a:buAutoNum type="arabicPeriod"/>
            </a:pPr>
            <a:endParaRPr lang="es-ES" dirty="0"/>
          </a:p>
          <a:p>
            <a:pPr>
              <a:buNone/>
            </a:pPr>
            <a:r>
              <a:rPr lang="es-ES" b="1" dirty="0"/>
              <a:t>Por qué funciona para un programador:</a:t>
            </a:r>
            <a:r>
              <a:rPr lang="es-ES" dirty="0"/>
              <a:t> Este algoritmo utiliza un </a:t>
            </a:r>
            <a:r>
              <a:rPr lang="es-ES" b="1" dirty="0"/>
              <a:t>bucle</a:t>
            </a:r>
            <a:r>
              <a:rPr lang="es-ES" dirty="0"/>
              <a:t> (</a:t>
            </a:r>
            <a:r>
              <a:rPr lang="es-ES" dirty="0" err="1">
                <a:latin typeface="Courier New" panose="02070309020205020404" pitchFamily="49" charset="0"/>
              </a:rPr>
              <a:t>while</a:t>
            </a:r>
            <a:r>
              <a:rPr lang="es-ES" dirty="0"/>
              <a:t> o </a:t>
            </a:r>
            <a:r>
              <a:rPr lang="es-ES" dirty="0" err="1">
                <a:latin typeface="Courier New" panose="02070309020205020404" pitchFamily="49" charset="0"/>
              </a:rPr>
              <a:t>for</a:t>
            </a:r>
            <a:r>
              <a:rPr lang="es-ES" dirty="0"/>
              <a:t>) y una </a:t>
            </a:r>
            <a:r>
              <a:rPr lang="es-ES" b="1" dirty="0"/>
              <a:t>condición</a:t>
            </a:r>
            <a:r>
              <a:rPr lang="es-ES" dirty="0"/>
              <a:t> (</a:t>
            </a:r>
            <a:r>
              <a:rPr lang="es-ES" dirty="0" err="1">
                <a:latin typeface="Courier New" panose="02070309020205020404" pitchFamily="49" charset="0"/>
              </a:rPr>
              <a:t>if</a:t>
            </a:r>
            <a:r>
              <a:rPr lang="es-ES" dirty="0">
                <a:latin typeface="Courier New" panose="02070309020205020404" pitchFamily="49" charset="0"/>
              </a:rPr>
              <a:t> </a:t>
            </a:r>
            <a:r>
              <a:rPr lang="es-ES" dirty="0" err="1">
                <a:latin typeface="Courier New" panose="02070309020205020404" pitchFamily="49" charset="0"/>
              </a:rPr>
              <a:t>nombreA</a:t>
            </a:r>
            <a:r>
              <a:rPr lang="es-ES" dirty="0">
                <a:latin typeface="Courier New" panose="02070309020205020404" pitchFamily="49" charset="0"/>
              </a:rPr>
              <a:t> &gt; </a:t>
            </a:r>
            <a:r>
              <a:rPr lang="es-ES" dirty="0" err="1">
                <a:latin typeface="Courier New" panose="02070309020205020404" pitchFamily="49" charset="0"/>
              </a:rPr>
              <a:t>nombreB</a:t>
            </a:r>
            <a:r>
              <a:rPr lang="es-ES" dirty="0"/>
              <a:t>). En la terminal de Linux, el comando </a:t>
            </a:r>
            <a:r>
              <a:rPr lang="es-ES" dirty="0" err="1">
                <a:latin typeface="Courier New" panose="02070309020205020404" pitchFamily="49" charset="0"/>
              </a:rPr>
              <a:t>sort</a:t>
            </a:r>
            <a:r>
              <a:rPr lang="es-ES" dirty="0"/>
              <a:t> hace este trabajo pesado por ti de forma instantánea.</a:t>
            </a:r>
          </a:p>
        </p:txBody>
      </p:sp>
    </p:spTree>
    <p:extLst>
      <p:ext uri="{BB962C8B-B14F-4D97-AF65-F5344CB8AC3E}">
        <p14:creationId xmlns:p14="http://schemas.microsoft.com/office/powerpoint/2010/main" val="33401650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02C35AB9-5C85-DDBD-ED4A-6CC7BFACC5EB}"/>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2DBD7328-1DAF-EE11-F294-BDE2C9EDD9D3}"/>
              </a:ext>
            </a:extLst>
          </p:cNvPr>
          <p:cNvSpPr txBox="1"/>
          <p:nvPr/>
        </p:nvSpPr>
        <p:spPr>
          <a:xfrm>
            <a:off x="440011" y="753063"/>
            <a:ext cx="8098971" cy="4247317"/>
          </a:xfrm>
          <a:prstGeom prst="rect">
            <a:avLst/>
          </a:prstGeom>
          <a:noFill/>
        </p:spPr>
        <p:txBody>
          <a:bodyPr wrap="square">
            <a:spAutoFit/>
          </a:bodyPr>
          <a:lstStyle/>
          <a:p>
            <a:pPr>
              <a:buNone/>
            </a:pPr>
            <a:r>
              <a:rPr lang="es-ES" b="1" dirty="0"/>
              <a:t>Tu ejercicio de 20 minutos:</a:t>
            </a:r>
          </a:p>
          <a:p>
            <a:pPr>
              <a:buNone/>
            </a:pPr>
            <a:endParaRPr lang="es-ES" b="1" dirty="0"/>
          </a:p>
          <a:p>
            <a:pPr>
              <a:buFont typeface="+mj-lt"/>
              <a:buAutoNum type="arabicPeriod"/>
            </a:pPr>
            <a:r>
              <a:rPr lang="es-ES" b="1" dirty="0"/>
              <a:t>Elige tus 15 elementos:</a:t>
            </a:r>
            <a:r>
              <a:rPr lang="es-ES" dirty="0"/>
              <a:t> Pueden ser nombres de amigos o tus discos favoritos.</a:t>
            </a:r>
          </a:p>
          <a:p>
            <a:pPr>
              <a:buFont typeface="+mj-lt"/>
              <a:buAutoNum type="arabicPeriod"/>
            </a:pPr>
            <a:r>
              <a:rPr lang="es-ES" b="1" dirty="0"/>
              <a:t>Elige una "Llave de ordenamiento":</a:t>
            </a:r>
            <a:r>
              <a:rPr lang="es-ES" dirty="0"/>
              <a:t> ¿Será por la primera letra (A-Z) o por el año de lanzamiento?</a:t>
            </a:r>
          </a:p>
          <a:p>
            <a:pPr>
              <a:buFont typeface="+mj-lt"/>
              <a:buAutoNum type="arabicPeriod"/>
            </a:pPr>
            <a:r>
              <a:rPr lang="es-ES" b="1" dirty="0"/>
              <a:t>Ejecuta el algoritmo:</a:t>
            </a:r>
            <a:r>
              <a:rPr lang="es-ES" dirty="0"/>
              <a:t> No intentes ordenarlos todos de golpe "a ojo". Hazlo paso a paso:</a:t>
            </a:r>
          </a:p>
          <a:p>
            <a:pPr marL="742950" lvl="1" indent="-285750">
              <a:buFont typeface="+mj-lt"/>
              <a:buAutoNum type="arabicPeriod"/>
            </a:pPr>
            <a:r>
              <a:rPr lang="es-ES" dirty="0"/>
              <a:t>Compara el 1 con el 2.</a:t>
            </a:r>
          </a:p>
          <a:p>
            <a:pPr marL="742950" lvl="1" indent="-285750">
              <a:buFont typeface="+mj-lt"/>
              <a:buAutoNum type="arabicPeriod"/>
            </a:pPr>
            <a:r>
              <a:rPr lang="es-ES" dirty="0"/>
              <a:t>Compara el 2 con el 3.</a:t>
            </a:r>
          </a:p>
          <a:p>
            <a:pPr marL="742950" lvl="1" indent="-285750">
              <a:buFont typeface="+mj-lt"/>
              <a:buAutoNum type="arabicPeriod"/>
            </a:pPr>
            <a:r>
              <a:rPr lang="es-ES" dirty="0"/>
              <a:t>Sigue hasta el 15.</a:t>
            </a:r>
          </a:p>
          <a:p>
            <a:pPr>
              <a:buNone/>
            </a:pPr>
            <a:endParaRPr lang="es-ES" b="1" dirty="0"/>
          </a:p>
          <a:p>
            <a:pPr>
              <a:buNone/>
            </a:pPr>
            <a:r>
              <a:rPr lang="es-ES" b="1" dirty="0"/>
              <a:t>Tip de Linux:</a:t>
            </a:r>
            <a:r>
              <a:rPr lang="es-ES" dirty="0"/>
              <a:t> Si tuvieras una lista de 15 nombres en un archivo llamado </a:t>
            </a:r>
            <a:r>
              <a:rPr lang="es-ES" dirty="0">
                <a:latin typeface="Courier New" panose="02070309020205020404" pitchFamily="49" charset="0"/>
              </a:rPr>
              <a:t>discos.txt</a:t>
            </a:r>
            <a:r>
              <a:rPr lang="es-ES" dirty="0"/>
              <a:t>, un programador no los ordenaría a mano; simplemente escribiría en la terminal: </a:t>
            </a:r>
            <a:r>
              <a:rPr lang="es-ES" dirty="0" err="1">
                <a:latin typeface="Courier New" panose="02070309020205020404" pitchFamily="49" charset="0"/>
              </a:rPr>
              <a:t>cat</a:t>
            </a:r>
            <a:r>
              <a:rPr lang="es-ES" dirty="0">
                <a:latin typeface="Courier New" panose="02070309020205020404" pitchFamily="49" charset="0"/>
              </a:rPr>
              <a:t> discos.txt | </a:t>
            </a:r>
            <a:r>
              <a:rPr lang="es-ES" dirty="0" err="1">
                <a:latin typeface="Courier New" panose="02070309020205020404" pitchFamily="49" charset="0"/>
              </a:rPr>
              <a:t>sort</a:t>
            </a:r>
            <a:endParaRPr lang="es-ES" dirty="0"/>
          </a:p>
          <a:p>
            <a:pPr>
              <a:buNone/>
            </a:pPr>
            <a:r>
              <a:rPr lang="es-ES" dirty="0"/>
              <a:t>¿Qué criterio vas a usar para ordenar tu colección?</a:t>
            </a:r>
          </a:p>
        </p:txBody>
      </p:sp>
    </p:spTree>
    <p:extLst>
      <p:ext uri="{BB962C8B-B14F-4D97-AF65-F5344CB8AC3E}">
        <p14:creationId xmlns:p14="http://schemas.microsoft.com/office/powerpoint/2010/main" val="27408105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82CC1517-D26E-DD9E-BC5F-9F964E2B4CED}"/>
              </a:ext>
            </a:extLst>
          </p:cNvPr>
          <p:cNvSpPr>
            <a:spLocks noGrp="1"/>
          </p:cNvSpPr>
          <p:nvPr>
            <p:ph type="ftr" sz="quarter" idx="11"/>
          </p:nvPr>
        </p:nvSpPr>
        <p:spPr/>
        <p:txBody>
          <a:bodyPr/>
          <a:lstStyle/>
          <a:p>
            <a:r>
              <a:rPr lang="es-ES"/>
              <a:t>Juan Marcelo Gutierrez M.</a:t>
            </a:r>
            <a:endParaRPr lang="es-ES" dirty="0"/>
          </a:p>
        </p:txBody>
      </p:sp>
      <p:sp>
        <p:nvSpPr>
          <p:cNvPr id="3" name="CuadroTexto 2">
            <a:extLst>
              <a:ext uri="{FF2B5EF4-FFF2-40B4-BE49-F238E27FC236}">
                <a16:creationId xmlns:a16="http://schemas.microsoft.com/office/drawing/2014/main" id="{1D5754F5-CB4C-E213-B31D-C5F3E1CA9AAA}"/>
              </a:ext>
            </a:extLst>
          </p:cNvPr>
          <p:cNvSpPr txBox="1"/>
          <p:nvPr/>
        </p:nvSpPr>
        <p:spPr>
          <a:xfrm>
            <a:off x="597530" y="3856776"/>
            <a:ext cx="6165410" cy="1077218"/>
          </a:xfrm>
          <a:prstGeom prst="rect">
            <a:avLst/>
          </a:prstGeom>
          <a:noFill/>
        </p:spPr>
        <p:txBody>
          <a:bodyPr wrap="square" rtlCol="0">
            <a:spAutoFit/>
          </a:bodyPr>
          <a:lstStyle/>
          <a:p>
            <a:r>
              <a:rPr lang="es-ES" sz="3200" b="1" dirty="0">
                <a:solidFill>
                  <a:srgbClr val="FF0000"/>
                </a:solidFill>
              </a:rPr>
              <a:t>GRACIAS POR TU PARTICIPACIÓN ACTIVA</a:t>
            </a:r>
          </a:p>
        </p:txBody>
      </p:sp>
    </p:spTree>
    <p:extLst>
      <p:ext uri="{BB962C8B-B14F-4D97-AF65-F5344CB8AC3E}">
        <p14:creationId xmlns:p14="http://schemas.microsoft.com/office/powerpoint/2010/main" val="3382082660"/>
      </p:ext>
    </p:extLst>
  </p:cSld>
  <p:clrMapOvr>
    <a:masterClrMapping/>
  </p:clrMapOvr>
</p:sld>
</file>

<file path=ppt/theme/theme1.xml><?xml version="1.0" encoding="utf-8"?>
<a:theme xmlns:a="http://schemas.openxmlformats.org/drawingml/2006/main" name="Una sola línea">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9044_TF56180624_Win32" id="{CCF276C0-2FDF-463F-B45D-4EDBA039C896}" vid="{7446774B-3392-4AFF-ADF4-7FE1E36E528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F97B18F-50BC-4F30-8373-93489E845F8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2BC90D6-94CF-42F7-AAC4-9CF6824C54D5}">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Presentación de ventas minimalista tenue</Template>
  <TotalTime>24</TotalTime>
  <Words>3262</Words>
  <Application>Microsoft Office PowerPoint</Application>
  <PresentationFormat>Presentación en pantalla (4:3)</PresentationFormat>
  <Paragraphs>280</Paragraphs>
  <Slides>31</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31</vt:i4>
      </vt:variant>
    </vt:vector>
  </HeadingPairs>
  <TitlesOfParts>
    <vt:vector size="39" baseType="lpstr">
      <vt:lpstr>-apple-system</vt:lpstr>
      <vt:lpstr>Arial</vt:lpstr>
      <vt:lpstr>Calibri</vt:lpstr>
      <vt:lpstr>Courier New</vt:lpstr>
      <vt:lpstr>Google Sans</vt:lpstr>
      <vt:lpstr>Google Sans Text</vt:lpstr>
      <vt:lpstr>Tenorite</vt:lpstr>
      <vt:lpstr>Una sola línea</vt:lpstr>
      <vt:lpstr>PROGRAMAR Introducción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Introducción a POO</dc:title>
  <dc:creator>jhonnconnor367</dc:creator>
  <cp:lastModifiedBy>user01</cp:lastModifiedBy>
  <cp:revision>57</cp:revision>
  <dcterms:created xsi:type="dcterms:W3CDTF">2024-02-29T12:33:11Z</dcterms:created>
  <dcterms:modified xsi:type="dcterms:W3CDTF">2026-04-28T21:18:40Z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