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57"/>
  </p:notesMasterIdLst>
  <p:handoutMasterIdLst>
    <p:handoutMasterId r:id="rId58"/>
  </p:handoutMasterIdLst>
  <p:sldIdLst>
    <p:sldId id="256" r:id="rId5"/>
    <p:sldId id="257" r:id="rId6"/>
    <p:sldId id="260" r:id="rId7"/>
    <p:sldId id="261" r:id="rId8"/>
    <p:sldId id="262" r:id="rId9"/>
    <p:sldId id="263" r:id="rId10"/>
    <p:sldId id="264" r:id="rId11"/>
    <p:sldId id="265" r:id="rId12"/>
    <p:sldId id="266" r:id="rId13"/>
    <p:sldId id="267" r:id="rId14"/>
    <p:sldId id="268" r:id="rId15"/>
    <p:sldId id="271" r:id="rId16"/>
    <p:sldId id="269" r:id="rId17"/>
    <p:sldId id="531" r:id="rId18"/>
    <p:sldId id="270" r:id="rId19"/>
    <p:sldId id="258" r:id="rId20"/>
    <p:sldId id="530" r:id="rId21"/>
    <p:sldId id="259" r:id="rId22"/>
    <p:sldId id="289" r:id="rId23"/>
    <p:sldId id="290" r:id="rId24"/>
    <p:sldId id="293" r:id="rId25"/>
    <p:sldId id="294" r:id="rId26"/>
    <p:sldId id="295" r:id="rId27"/>
    <p:sldId id="298" r:id="rId28"/>
    <p:sldId id="297" r:id="rId29"/>
    <p:sldId id="296" r:id="rId30"/>
    <p:sldId id="516" r:id="rId31"/>
    <p:sldId id="517" r:id="rId32"/>
    <p:sldId id="518" r:id="rId33"/>
    <p:sldId id="519" r:id="rId34"/>
    <p:sldId id="520" r:id="rId35"/>
    <p:sldId id="532" r:id="rId36"/>
    <p:sldId id="533" r:id="rId37"/>
    <p:sldId id="534" r:id="rId38"/>
    <p:sldId id="535" r:id="rId39"/>
    <p:sldId id="536" r:id="rId40"/>
    <p:sldId id="537" r:id="rId41"/>
    <p:sldId id="538" r:id="rId42"/>
    <p:sldId id="539" r:id="rId43"/>
    <p:sldId id="540" r:id="rId44"/>
    <p:sldId id="541" r:id="rId45"/>
    <p:sldId id="542" r:id="rId46"/>
    <p:sldId id="543" r:id="rId47"/>
    <p:sldId id="544" r:id="rId48"/>
    <p:sldId id="545" r:id="rId49"/>
    <p:sldId id="546" r:id="rId50"/>
    <p:sldId id="547" r:id="rId51"/>
    <p:sldId id="548" r:id="rId52"/>
    <p:sldId id="549" r:id="rId53"/>
    <p:sldId id="550" r:id="rId54"/>
    <p:sldId id="551" r:id="rId55"/>
    <p:sldId id="401" r:id="rId56"/>
  </p:sldIdLst>
  <p:sldSz cx="9144000" cy="6858000" type="screen4x3"/>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D4pERM2dkIXOFDQcIyKebA==" hashData="yBPGmb2wcU+wEylunabebqI2cy+uVEcO9Ab2npmMMfkYwNXhdIGwDc3ixYZiovLoOo7J480jiMzvWo8KIrtUYQ=="/>
  <p:extLst>
    <p:ext uri="{EFAFB233-063F-42B5-8137-9DF3F51BA10A}">
      <p15:sldGuideLst xmlns:p15="http://schemas.microsoft.com/office/powerpoint/2012/main">
        <p15:guide id="1" orient="horz" pos="33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2F8"/>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Estilo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505E3EF-67EA-436B-97B2-0124C06EBD24}" styleName="Estilo medio 4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08" autoAdjust="0"/>
    <p:restoredTop sz="94660"/>
  </p:normalViewPr>
  <p:slideViewPr>
    <p:cSldViewPr snapToGrid="0">
      <p:cViewPr varScale="1">
        <p:scale>
          <a:sx n="103" d="100"/>
          <a:sy n="103" d="100"/>
        </p:scale>
        <p:origin x="168" y="108"/>
      </p:cViewPr>
      <p:guideLst>
        <p:guide orient="horz" pos="3360"/>
        <p:guide pos="2880"/>
      </p:guideLst>
    </p:cSldViewPr>
  </p:slideViewPr>
  <p:notesTextViewPr>
    <p:cViewPr>
      <p:scale>
        <a:sx n="1" d="1"/>
        <a:sy n="1" d="1"/>
      </p:scale>
      <p:origin x="0" y="0"/>
    </p:cViewPr>
  </p:notesTextViewPr>
  <p:notesViewPr>
    <p:cSldViewPr snapToGrid="0">
      <p:cViewPr>
        <p:scale>
          <a:sx n="1" d="2"/>
          <a:sy n="1" d="2"/>
        </p:scale>
        <p:origin x="3882" y="133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8/10/relationships/authors" Target="author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a:p>
        </p:txBody>
      </p:sp>
      <p:sp>
        <p:nvSpPr>
          <p:cNvPr id="3" name="Marcador de fecha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A449ECEF-3E94-4732-BFC3-464D975639BA}" type="datetime1">
              <a:rPr lang="es-ES" smtClean="0"/>
              <a:t>29/10/2024</a:t>
            </a:fld>
            <a:endParaRPr lang="es-ES"/>
          </a:p>
        </p:txBody>
      </p:sp>
      <p:sp>
        <p:nvSpPr>
          <p:cNvPr id="4" name="Marcador de pie de página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a:p>
        </p:txBody>
      </p:sp>
      <p:sp>
        <p:nvSpPr>
          <p:cNvPr id="5" name="Marcador de número de diapositiva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F9A36D-7FAC-478F-9944-F324014F6FD1}" type="slidenum">
              <a:rPr lang="es-ES" smtClean="0"/>
              <a:t>‹Nº›</a:t>
            </a:fld>
            <a:endParaRPr lang="es-ES"/>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ax="2048" units="cm"/>
          <inkml:channel name="Y" type="integer" max="1152" units="cm"/>
          <inkml:channel name="T" type="integer" max="2.14748E9" units="dev"/>
        </inkml:traceFormat>
        <inkml:channelProperties>
          <inkml:channelProperty channel="X" name="resolution" value="53.75328" units="1/cm"/>
          <inkml:channelProperty channel="Y" name="resolution" value="53.83178" units="1/cm"/>
          <inkml:channelProperty channel="T" name="resolution" value="1" units="1/dev"/>
        </inkml:channelProperties>
      </inkml:inkSource>
      <inkml:timestamp xml:id="ts0" timeString="2024-10-29T07:55:09.079"/>
    </inkml:context>
    <inkml:brush xml:id="br0">
      <inkml:brushProperty name="width" value="0.05292" units="cm"/>
      <inkml:brushProperty name="height" value="0.05292" units="cm"/>
      <inkml:brushProperty name="color" value="#FF0000"/>
    </inkml:brush>
  </inkml:definitions>
  <inkml:trace contextRef="#ctx0" brushRef="#br0">7210 12998 0,'0'16'250,"0"83"-235,0-66-15,17 1 32,-17-1-32,16 16 15,1 34 1,-1-17-1,1-16 1,-17-17 0,0 0-1,0 0 17,0 0-17,0 0 1,0 0-1,0 0-15,0 0 16,0 17 0,0-1-1,0-32 1,0 0 0,0 32-1,0-32 1,0 65 15,0-49-15,0-16-1,0 49 1,0-16 15,0-17-15,0-17-1,0 1 1,0-1 0,0 34 124,0-33-124,-17-1 0,-16 17-1,0-33 1,-50 0-1,-65 0 1,32 0 0,-33 33-1,33-33 1,67 0-16,-34 0 16,-33 0-1,-99 0 1,149 0-1,-215 0 1,33 0 0,33 0-1,99 0-15,34 0 16,-34 0 0,33 0-16,-82 0 15,32 0 1,-32 17-1,49-1 1,34-16 0,-18 0-1,67 0 1,17 0 0,-1 0-16,1 0 15,16 17 79</inkml:trace>
  <inkml:trace contextRef="#ctx0" brushRef="#br0" timeOffset="5023.29">1869 12468 0,'132'34'234,"331"164"-218,-248-82 0,-99-50-1,-50-50 1,99 84-1,17-51 1,-33 17 0,-50-49-1,17 16 1,-50 0 0,0 0-1,-33-33 1,34 33-1,-18-16 1,1-17 0,-34 0-1,17 33 1,-16-33 0,-1 0-1,-49-17 95,0-32-95,-16 16-15,-84-67 31,100 34-15,-16 17 0,16 16-1,33 49 95,49 34-95,1-1 1,0 1 0,-1 0-1,34 16 1,-67-50-1,-16 1 1,17-17 0,-17 16 15,0 1 31,0-1 17,0 1-64,-17-17 1,-49 0-1,50 0 1,-1 0 0,-4100 0 15,8168 16 63,-4068 1-79,-65 16 1,49-16 0,0-17-1,16 0 1,1 0-1</inkml:trace>
  <inkml:trace contextRef="#ctx0" brushRef="#br0" timeOffset="15631.43">7855 14238 0,'331'16'235,"-199"1"-220,331 0 1,-149-17-1,-215 0 1,116 0 0,83 0-1,-133 0 1,-65 0 0,197 0-1,-115 16 1,-16 1-1,-67-17 1,33 33 0,-16-33-1,-17 16 1,100-16 0,-34 0 15,0 0-16,100 0 1,-116 17 0,-34-1-1,1 1 1,-66-1-16,115 1 31,17-17-15,-99 0-1,66 0 1,-83 0 0,66 16-1,-49-16 1,-1 17 0,34-17-1,-66 0 1,-1 0-1,-32 0 1,66 0 0,-17 16-1,0-16 1,-50 0 0,34 0-1,-33 0 1,-1 0-1,-16 17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353551-E181-4730-A9E5-DB7143B35D46}" type="datetime1">
              <a:rPr lang="es-ES" smtClean="0"/>
              <a:pPr/>
              <a:t>29/10/2024</a:t>
            </a:fld>
            <a:endParaRPr lang="es-ES" dirty="0"/>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rtl="0"/>
            <a:endParaRPr lang="es-ES" noProof="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4B9A9E5-4F7F-4A7D-9DE1-899232329269}" type="slidenum">
              <a:rPr lang="es-ES" noProof="0" smtClean="0"/>
              <a:t>‹Nº›</a:t>
            </a:fld>
            <a:endParaRPr lang="es-ES" noProof="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pPr rtl="0"/>
            <a:fld id="{D4B9A9E5-4F7F-4A7D-9DE1-899232329269}" type="slidenum">
              <a:rPr lang="es-ES" smtClean="0"/>
              <a:t>1</a:t>
            </a:fld>
            <a:endParaRPr lang="es-ES" dirty="0"/>
          </a:p>
        </p:txBody>
      </p:sp>
    </p:spTree>
    <p:extLst>
      <p:ext uri="{BB962C8B-B14F-4D97-AF65-F5344CB8AC3E}">
        <p14:creationId xmlns:p14="http://schemas.microsoft.com/office/powerpoint/2010/main" val="35614011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8817505B-B280-FA24-523D-FF891E5B1D43}"/>
              </a:ext>
            </a:extLst>
          </p:cNvPr>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F5B0D71-D9CE-4346-9B1D-B1B993C8129A}" type="slidenum">
              <a:rPr lang="en-US" altLang="es-ES"/>
              <a:pPr eaLnBrk="1" hangingPunct="1"/>
              <a:t>2</a:t>
            </a:fld>
            <a:endParaRPr lang="en-US" altLang="es-ES"/>
          </a:p>
        </p:txBody>
      </p:sp>
      <p:sp>
        <p:nvSpPr>
          <p:cNvPr id="19459" name="Rectangle 2">
            <a:extLst>
              <a:ext uri="{FF2B5EF4-FFF2-40B4-BE49-F238E27FC236}">
                <a16:creationId xmlns:a16="http://schemas.microsoft.com/office/drawing/2014/main" id="{8100B139-711A-55A9-FE21-B87553FE4BC9}"/>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7ADC966B-52F4-AB01-8BBE-A0218C961FAB}"/>
              </a:ext>
            </a:extLst>
          </p:cNvPr>
          <p:cNvSpPr>
            <a:spLocks noGrp="1" noChangeArrowheads="1"/>
          </p:cNvSpPr>
          <p:nvPr>
            <p:ph type="body" idx="1"/>
          </p:nvPr>
        </p:nvSpPr>
        <p:spPr>
          <a:noFill/>
        </p:spPr>
        <p:txBody>
          <a:bodyPr/>
          <a:lstStyle/>
          <a:p>
            <a:pPr eaLnBrk="1" hangingPunct="1"/>
            <a:endParaRPr lang="es-ES" altLang="es-E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F4FB04DC-DAFE-8710-2856-1FF167A4B20F}"/>
              </a:ext>
            </a:extLst>
          </p:cNvPr>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46C3392-515F-466F-BC50-8EBAD14B44B6}" type="slidenum">
              <a:rPr lang="en-US" altLang="es-ES"/>
              <a:pPr eaLnBrk="1" hangingPunct="1"/>
              <a:t>16</a:t>
            </a:fld>
            <a:endParaRPr lang="en-US" altLang="es-ES"/>
          </a:p>
        </p:txBody>
      </p:sp>
      <p:sp>
        <p:nvSpPr>
          <p:cNvPr id="20483" name="Rectangle 2">
            <a:extLst>
              <a:ext uri="{FF2B5EF4-FFF2-40B4-BE49-F238E27FC236}">
                <a16:creationId xmlns:a16="http://schemas.microsoft.com/office/drawing/2014/main" id="{9D795ACB-6BBD-B6AC-A5E4-AE601AEAB039}"/>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898B8404-FA66-E768-E541-66FD318A6FED}"/>
              </a:ext>
            </a:extLst>
          </p:cNvPr>
          <p:cNvSpPr>
            <a:spLocks noGrp="1" noChangeArrowheads="1"/>
          </p:cNvSpPr>
          <p:nvPr>
            <p:ph type="body" idx="1"/>
          </p:nvPr>
        </p:nvSpPr>
        <p:spPr>
          <a:noFill/>
        </p:spPr>
        <p:txBody>
          <a:bodyPr/>
          <a:lstStyle/>
          <a:p>
            <a:pPr eaLnBrk="1" hangingPunct="1"/>
            <a:endParaRPr lang="es-ES" altLang="es-E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C0817647-074C-22E9-5E43-CBC54C33549A}"/>
              </a:ext>
            </a:extLst>
          </p:cNvPr>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FF6CC6D-BA5F-4E49-8D43-C16C048A8904}" type="slidenum">
              <a:rPr lang="en-US" altLang="es-ES"/>
              <a:pPr eaLnBrk="1" hangingPunct="1"/>
              <a:t>18</a:t>
            </a:fld>
            <a:endParaRPr lang="en-US" altLang="es-ES"/>
          </a:p>
        </p:txBody>
      </p:sp>
      <p:sp>
        <p:nvSpPr>
          <p:cNvPr id="21507" name="Rectangle 2">
            <a:extLst>
              <a:ext uri="{FF2B5EF4-FFF2-40B4-BE49-F238E27FC236}">
                <a16:creationId xmlns:a16="http://schemas.microsoft.com/office/drawing/2014/main" id="{64AB5374-1C4B-3BF8-2015-6E91B07F2DEE}"/>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637A699B-6927-6983-CE75-295213A9C6C2}"/>
              </a:ext>
            </a:extLst>
          </p:cNvPr>
          <p:cNvSpPr>
            <a:spLocks noGrp="1" noChangeArrowheads="1"/>
          </p:cNvSpPr>
          <p:nvPr>
            <p:ph type="body" idx="1"/>
          </p:nvPr>
        </p:nvSpPr>
        <p:spPr>
          <a:noFill/>
        </p:spPr>
        <p:txBody>
          <a:bodyPr/>
          <a:lstStyle/>
          <a:p>
            <a:pPr eaLnBrk="1" hangingPunct="1"/>
            <a:endParaRPr lang="es-ES" altLang="es-E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7">
            <a:extLst>
              <a:ext uri="{FF2B5EF4-FFF2-40B4-BE49-F238E27FC236}">
                <a16:creationId xmlns:a16="http://schemas.microsoft.com/office/drawing/2014/main" id="{ACB7D19C-5B3E-0421-187B-45976041452A}"/>
              </a:ext>
            </a:extLst>
          </p:cNvPr>
          <p:cNvSpPr>
            <a:spLocks noGrp="1" noChangeArrowheads="1"/>
          </p:cNvSpPr>
          <p:nvPr>
            <p:ph type="sldNum" sz="quarter" idx="5"/>
          </p:nvPr>
        </p:nvSpPr>
        <p:spPr>
          <a:ln/>
        </p:spPr>
        <p:txBody>
          <a:bodyPr/>
          <a:lstStyle/>
          <a:p>
            <a:fld id="{27EA502E-6A81-417C-AF2E-9375008CDC9F}" type="slidenum">
              <a:rPr lang="es-ES" altLang="es-ES"/>
              <a:pPr/>
              <a:t>19</a:t>
            </a:fld>
            <a:endParaRPr lang="es-ES" altLang="es-ES"/>
          </a:p>
        </p:txBody>
      </p:sp>
      <p:sp>
        <p:nvSpPr>
          <p:cNvPr id="139266" name="Rectangle 2">
            <a:extLst>
              <a:ext uri="{FF2B5EF4-FFF2-40B4-BE49-F238E27FC236}">
                <a16:creationId xmlns:a16="http://schemas.microsoft.com/office/drawing/2014/main" id="{CBE70C2E-E77F-A9F8-AB46-E1C63C5EBC61}"/>
              </a:ext>
            </a:extLst>
          </p:cNvPr>
          <p:cNvSpPr>
            <a:spLocks noGrp="1" noRot="1" noChangeAspect="1" noChangeArrowheads="1" noTextEdit="1"/>
          </p:cNvSpPr>
          <p:nvPr>
            <p:ph type="sldImg"/>
          </p:nvPr>
        </p:nvSpPr>
        <p:spPr>
          <a:xfrm>
            <a:off x="1092200" y="685800"/>
            <a:ext cx="2540000" cy="1905000"/>
          </a:xfrm>
          <a:ln/>
        </p:spPr>
      </p:sp>
      <p:sp>
        <p:nvSpPr>
          <p:cNvPr id="139267" name="Rectangle 3">
            <a:extLst>
              <a:ext uri="{FF2B5EF4-FFF2-40B4-BE49-F238E27FC236}">
                <a16:creationId xmlns:a16="http://schemas.microsoft.com/office/drawing/2014/main" id="{A80B7540-CE02-9216-09D7-21D982EE80DE}"/>
              </a:ext>
            </a:extLst>
          </p:cNvPr>
          <p:cNvSpPr>
            <a:spLocks noGrp="1" noChangeArrowheads="1"/>
          </p:cNvSpPr>
          <p:nvPr>
            <p:ph type="body" idx="1"/>
          </p:nvPr>
        </p:nvSpPr>
        <p:spPr/>
        <p:txBody>
          <a:bodyPr/>
          <a:lstStyle/>
          <a:p>
            <a:endParaRPr lang="es-ES_tradnl" altLang="es-E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7">
            <a:extLst>
              <a:ext uri="{FF2B5EF4-FFF2-40B4-BE49-F238E27FC236}">
                <a16:creationId xmlns:a16="http://schemas.microsoft.com/office/drawing/2014/main" id="{6D5846E6-97BB-3A8C-E602-6167278E0158}"/>
              </a:ext>
            </a:extLst>
          </p:cNvPr>
          <p:cNvSpPr>
            <a:spLocks noGrp="1" noChangeArrowheads="1"/>
          </p:cNvSpPr>
          <p:nvPr>
            <p:ph type="sldNum" sz="quarter" idx="5"/>
          </p:nvPr>
        </p:nvSpPr>
        <p:spPr>
          <a:ln/>
        </p:spPr>
        <p:txBody>
          <a:bodyPr/>
          <a:lstStyle/>
          <a:p>
            <a:fld id="{1B0BD23E-9394-4696-B95E-D3A6A6C152EC}" type="slidenum">
              <a:rPr lang="es-ES" altLang="es-ES"/>
              <a:pPr/>
              <a:t>20</a:t>
            </a:fld>
            <a:endParaRPr lang="es-ES" altLang="es-ES"/>
          </a:p>
        </p:txBody>
      </p:sp>
      <p:sp>
        <p:nvSpPr>
          <p:cNvPr id="141314" name="Rectangle 2">
            <a:extLst>
              <a:ext uri="{FF2B5EF4-FFF2-40B4-BE49-F238E27FC236}">
                <a16:creationId xmlns:a16="http://schemas.microsoft.com/office/drawing/2014/main" id="{7F211FC9-D64D-9C57-06B4-96E36A3769A0}"/>
              </a:ext>
            </a:extLst>
          </p:cNvPr>
          <p:cNvSpPr>
            <a:spLocks noGrp="1" noRot="1" noChangeAspect="1" noChangeArrowheads="1" noTextEdit="1"/>
          </p:cNvSpPr>
          <p:nvPr>
            <p:ph type="sldImg"/>
          </p:nvPr>
        </p:nvSpPr>
        <p:spPr>
          <a:xfrm>
            <a:off x="1092200" y="685800"/>
            <a:ext cx="2540000" cy="1905000"/>
          </a:xfrm>
          <a:ln/>
        </p:spPr>
      </p:sp>
      <p:sp>
        <p:nvSpPr>
          <p:cNvPr id="141315" name="Rectangle 3">
            <a:extLst>
              <a:ext uri="{FF2B5EF4-FFF2-40B4-BE49-F238E27FC236}">
                <a16:creationId xmlns:a16="http://schemas.microsoft.com/office/drawing/2014/main" id="{B005CE42-5D7E-E135-151B-0EF1C91C6D21}"/>
              </a:ext>
            </a:extLst>
          </p:cNvPr>
          <p:cNvSpPr>
            <a:spLocks noGrp="1" noChangeArrowheads="1"/>
          </p:cNvSpPr>
          <p:nvPr>
            <p:ph type="body" idx="1"/>
          </p:nvPr>
        </p:nvSpPr>
        <p:spPr/>
        <p:txBody>
          <a:bodyPr/>
          <a:lstStyle/>
          <a:p>
            <a:endParaRPr lang="es-ES_tradnl" altLang="es-E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7">
            <a:extLst>
              <a:ext uri="{FF2B5EF4-FFF2-40B4-BE49-F238E27FC236}">
                <a16:creationId xmlns:a16="http://schemas.microsoft.com/office/drawing/2014/main" id="{6E80DADD-C21A-1730-D7EB-58A2D572982E}"/>
              </a:ext>
            </a:extLst>
          </p:cNvPr>
          <p:cNvSpPr>
            <a:spLocks noGrp="1" noChangeArrowheads="1"/>
          </p:cNvSpPr>
          <p:nvPr>
            <p:ph type="sldNum" sz="quarter" idx="5"/>
          </p:nvPr>
        </p:nvSpPr>
        <p:spPr>
          <a:ln/>
        </p:spPr>
        <p:txBody>
          <a:bodyPr/>
          <a:lstStyle/>
          <a:p>
            <a:fld id="{0689BAD0-9158-4366-B2FF-43186B8A2420}" type="slidenum">
              <a:rPr lang="es-ES" altLang="es-ES"/>
              <a:pPr/>
              <a:t>21</a:t>
            </a:fld>
            <a:endParaRPr lang="es-ES" altLang="es-ES"/>
          </a:p>
        </p:txBody>
      </p:sp>
      <p:sp>
        <p:nvSpPr>
          <p:cNvPr id="147458" name="Rectangle 2">
            <a:extLst>
              <a:ext uri="{FF2B5EF4-FFF2-40B4-BE49-F238E27FC236}">
                <a16:creationId xmlns:a16="http://schemas.microsoft.com/office/drawing/2014/main" id="{5B1DF3C0-F0B3-1E4A-FB79-A94901CE0519}"/>
              </a:ext>
            </a:extLst>
          </p:cNvPr>
          <p:cNvSpPr>
            <a:spLocks noGrp="1" noRot="1" noChangeAspect="1" noChangeArrowheads="1" noTextEdit="1"/>
          </p:cNvSpPr>
          <p:nvPr>
            <p:ph type="sldImg"/>
          </p:nvPr>
        </p:nvSpPr>
        <p:spPr>
          <a:xfrm>
            <a:off x="1092200" y="685800"/>
            <a:ext cx="2540000" cy="1905000"/>
          </a:xfrm>
          <a:ln/>
        </p:spPr>
      </p:sp>
      <p:sp>
        <p:nvSpPr>
          <p:cNvPr id="147459" name="Rectangle 3">
            <a:extLst>
              <a:ext uri="{FF2B5EF4-FFF2-40B4-BE49-F238E27FC236}">
                <a16:creationId xmlns:a16="http://schemas.microsoft.com/office/drawing/2014/main" id="{0494FFFC-1285-E280-3BCC-C081FB23290D}"/>
              </a:ext>
            </a:extLst>
          </p:cNvPr>
          <p:cNvSpPr>
            <a:spLocks noGrp="1" noChangeArrowheads="1"/>
          </p:cNvSpPr>
          <p:nvPr>
            <p:ph type="body" idx="1"/>
          </p:nvPr>
        </p:nvSpPr>
        <p:spPr/>
        <p:txBody>
          <a:bodyPr/>
          <a:lstStyle/>
          <a:p>
            <a:endParaRPr lang="es-ES_tradnl" altLang="es-E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7">
            <a:extLst>
              <a:ext uri="{FF2B5EF4-FFF2-40B4-BE49-F238E27FC236}">
                <a16:creationId xmlns:a16="http://schemas.microsoft.com/office/drawing/2014/main" id="{E5589DD9-67F5-4778-30A6-47157BCE0630}"/>
              </a:ext>
            </a:extLst>
          </p:cNvPr>
          <p:cNvSpPr>
            <a:spLocks noGrp="1" noChangeArrowheads="1"/>
          </p:cNvSpPr>
          <p:nvPr>
            <p:ph type="sldNum" sz="quarter" idx="5"/>
          </p:nvPr>
        </p:nvSpPr>
        <p:spPr>
          <a:ln/>
        </p:spPr>
        <p:txBody>
          <a:bodyPr/>
          <a:lstStyle/>
          <a:p>
            <a:fld id="{DA44C326-D660-491E-852F-545CE3D7FB5F}" type="slidenum">
              <a:rPr lang="es-ES" altLang="es-ES"/>
              <a:pPr/>
              <a:t>22</a:t>
            </a:fld>
            <a:endParaRPr lang="es-ES" altLang="es-ES"/>
          </a:p>
        </p:txBody>
      </p:sp>
      <p:sp>
        <p:nvSpPr>
          <p:cNvPr id="149506" name="Rectangle 2">
            <a:extLst>
              <a:ext uri="{FF2B5EF4-FFF2-40B4-BE49-F238E27FC236}">
                <a16:creationId xmlns:a16="http://schemas.microsoft.com/office/drawing/2014/main" id="{BB53BEC3-72E6-507E-3A18-674095E3A906}"/>
              </a:ext>
            </a:extLst>
          </p:cNvPr>
          <p:cNvSpPr>
            <a:spLocks noGrp="1" noRot="1" noChangeAspect="1" noChangeArrowheads="1" noTextEdit="1"/>
          </p:cNvSpPr>
          <p:nvPr>
            <p:ph type="sldImg"/>
          </p:nvPr>
        </p:nvSpPr>
        <p:spPr>
          <a:xfrm>
            <a:off x="1092200" y="685800"/>
            <a:ext cx="2540000" cy="1905000"/>
          </a:xfrm>
          <a:ln/>
        </p:spPr>
      </p:sp>
      <p:sp>
        <p:nvSpPr>
          <p:cNvPr id="149507" name="Rectangle 3">
            <a:extLst>
              <a:ext uri="{FF2B5EF4-FFF2-40B4-BE49-F238E27FC236}">
                <a16:creationId xmlns:a16="http://schemas.microsoft.com/office/drawing/2014/main" id="{D1A6BB16-4E36-CF59-AE77-82D72B04BF5B}"/>
              </a:ext>
            </a:extLst>
          </p:cNvPr>
          <p:cNvSpPr>
            <a:spLocks noGrp="1" noChangeArrowheads="1"/>
          </p:cNvSpPr>
          <p:nvPr>
            <p:ph type="body" idx="1"/>
          </p:nvPr>
        </p:nvSpPr>
        <p:spPr/>
        <p:txBody>
          <a:bodyPr/>
          <a:lstStyle/>
          <a:p>
            <a:endParaRPr lang="es-ES_tradnl" altLang="es-E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7">
            <a:extLst>
              <a:ext uri="{FF2B5EF4-FFF2-40B4-BE49-F238E27FC236}">
                <a16:creationId xmlns:a16="http://schemas.microsoft.com/office/drawing/2014/main" id="{6907049D-2AF6-E899-9300-E7467DCFE6F9}"/>
              </a:ext>
            </a:extLst>
          </p:cNvPr>
          <p:cNvSpPr>
            <a:spLocks noGrp="1" noChangeArrowheads="1"/>
          </p:cNvSpPr>
          <p:nvPr>
            <p:ph type="sldNum" sz="quarter" idx="5"/>
          </p:nvPr>
        </p:nvSpPr>
        <p:spPr>
          <a:ln/>
        </p:spPr>
        <p:txBody>
          <a:bodyPr/>
          <a:lstStyle/>
          <a:p>
            <a:fld id="{41E72DFB-F8C8-4536-B938-044D93B36E42}" type="slidenum">
              <a:rPr lang="es-ES" altLang="es-ES"/>
              <a:pPr/>
              <a:t>23</a:t>
            </a:fld>
            <a:endParaRPr lang="es-ES" altLang="es-ES"/>
          </a:p>
        </p:txBody>
      </p:sp>
      <p:sp>
        <p:nvSpPr>
          <p:cNvPr id="151554" name="Rectangle 2">
            <a:extLst>
              <a:ext uri="{FF2B5EF4-FFF2-40B4-BE49-F238E27FC236}">
                <a16:creationId xmlns:a16="http://schemas.microsoft.com/office/drawing/2014/main" id="{9206BBB0-323C-559D-85BD-E4E21790AAF0}"/>
              </a:ext>
            </a:extLst>
          </p:cNvPr>
          <p:cNvSpPr>
            <a:spLocks noGrp="1" noRot="1" noChangeAspect="1" noChangeArrowheads="1" noTextEdit="1"/>
          </p:cNvSpPr>
          <p:nvPr>
            <p:ph type="sldImg"/>
          </p:nvPr>
        </p:nvSpPr>
        <p:spPr>
          <a:xfrm>
            <a:off x="1092200" y="685800"/>
            <a:ext cx="2540000" cy="1905000"/>
          </a:xfrm>
          <a:ln/>
        </p:spPr>
      </p:sp>
      <p:sp>
        <p:nvSpPr>
          <p:cNvPr id="151555" name="Rectangle 3">
            <a:extLst>
              <a:ext uri="{FF2B5EF4-FFF2-40B4-BE49-F238E27FC236}">
                <a16:creationId xmlns:a16="http://schemas.microsoft.com/office/drawing/2014/main" id="{57458838-09E1-5E5F-098F-1FDDA6F38C40}"/>
              </a:ext>
            </a:extLst>
          </p:cNvPr>
          <p:cNvSpPr>
            <a:spLocks noGrp="1" noChangeArrowheads="1"/>
          </p:cNvSpPr>
          <p:nvPr>
            <p:ph type="body" idx="1"/>
          </p:nvPr>
        </p:nvSpPr>
        <p:spPr/>
        <p:txBody>
          <a:bodyPr/>
          <a:lstStyle/>
          <a:p>
            <a:endParaRPr lang="es-ES_tradnl" altLang="es-E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7">
            <a:extLst>
              <a:ext uri="{FF2B5EF4-FFF2-40B4-BE49-F238E27FC236}">
                <a16:creationId xmlns:a16="http://schemas.microsoft.com/office/drawing/2014/main" id="{648D6526-A9C8-BDCD-50FD-279C44E9FB72}"/>
              </a:ext>
            </a:extLst>
          </p:cNvPr>
          <p:cNvSpPr>
            <a:spLocks noGrp="1" noChangeArrowheads="1"/>
          </p:cNvSpPr>
          <p:nvPr>
            <p:ph type="sldNum" sz="quarter" idx="5"/>
          </p:nvPr>
        </p:nvSpPr>
        <p:spPr>
          <a:ln/>
        </p:spPr>
        <p:txBody>
          <a:bodyPr/>
          <a:lstStyle/>
          <a:p>
            <a:fld id="{1D908794-FC95-4A54-A384-2B498CDCF7D0}" type="slidenum">
              <a:rPr lang="es-ES" altLang="es-ES"/>
              <a:pPr/>
              <a:t>24</a:t>
            </a:fld>
            <a:endParaRPr lang="es-ES" altLang="es-ES"/>
          </a:p>
        </p:txBody>
      </p:sp>
      <p:sp>
        <p:nvSpPr>
          <p:cNvPr id="159746" name="Rectangle 2050">
            <a:extLst>
              <a:ext uri="{FF2B5EF4-FFF2-40B4-BE49-F238E27FC236}">
                <a16:creationId xmlns:a16="http://schemas.microsoft.com/office/drawing/2014/main" id="{C43A3D02-DE87-BDCB-4516-7F9F94B4C357}"/>
              </a:ext>
            </a:extLst>
          </p:cNvPr>
          <p:cNvSpPr>
            <a:spLocks noGrp="1" noRot="1" noChangeAspect="1" noChangeArrowheads="1" noTextEdit="1"/>
          </p:cNvSpPr>
          <p:nvPr>
            <p:ph type="sldImg"/>
          </p:nvPr>
        </p:nvSpPr>
        <p:spPr>
          <a:xfrm>
            <a:off x="1092200" y="685800"/>
            <a:ext cx="2540000" cy="1905000"/>
          </a:xfrm>
          <a:ln/>
        </p:spPr>
      </p:sp>
      <p:sp>
        <p:nvSpPr>
          <p:cNvPr id="159747" name="Rectangle 2051">
            <a:extLst>
              <a:ext uri="{FF2B5EF4-FFF2-40B4-BE49-F238E27FC236}">
                <a16:creationId xmlns:a16="http://schemas.microsoft.com/office/drawing/2014/main" id="{86DCD899-D8B4-F2E1-3671-4F068F114316}"/>
              </a:ext>
            </a:extLst>
          </p:cNvPr>
          <p:cNvSpPr>
            <a:spLocks noGrp="1" noChangeArrowheads="1"/>
          </p:cNvSpPr>
          <p:nvPr>
            <p:ph type="body" idx="1"/>
          </p:nvPr>
        </p:nvSpPr>
        <p:spPr/>
        <p:txBody>
          <a:bodyPr/>
          <a:lstStyle/>
          <a:p>
            <a:endParaRPr lang="es-ES_tradnl" altLang="es-E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7">
            <a:extLst>
              <a:ext uri="{FF2B5EF4-FFF2-40B4-BE49-F238E27FC236}">
                <a16:creationId xmlns:a16="http://schemas.microsoft.com/office/drawing/2014/main" id="{CB3A9BCE-374D-A119-7F06-BA601AEF0170}"/>
              </a:ext>
            </a:extLst>
          </p:cNvPr>
          <p:cNvSpPr>
            <a:spLocks noGrp="1" noChangeArrowheads="1"/>
          </p:cNvSpPr>
          <p:nvPr>
            <p:ph type="sldNum" sz="quarter" idx="5"/>
          </p:nvPr>
        </p:nvSpPr>
        <p:spPr>
          <a:ln/>
        </p:spPr>
        <p:txBody>
          <a:bodyPr/>
          <a:lstStyle/>
          <a:p>
            <a:fld id="{B190C710-9FEA-4ED5-83D4-7F03EE11620F}" type="slidenum">
              <a:rPr lang="es-ES" altLang="es-ES"/>
              <a:pPr/>
              <a:t>25</a:t>
            </a:fld>
            <a:endParaRPr lang="es-ES" altLang="es-ES"/>
          </a:p>
        </p:txBody>
      </p:sp>
      <p:sp>
        <p:nvSpPr>
          <p:cNvPr id="157698" name="Rectangle 1026">
            <a:extLst>
              <a:ext uri="{FF2B5EF4-FFF2-40B4-BE49-F238E27FC236}">
                <a16:creationId xmlns:a16="http://schemas.microsoft.com/office/drawing/2014/main" id="{67321E09-C5C3-6F2F-2B04-FC55765C9880}"/>
              </a:ext>
            </a:extLst>
          </p:cNvPr>
          <p:cNvSpPr>
            <a:spLocks noGrp="1" noRot="1" noChangeAspect="1" noChangeArrowheads="1" noTextEdit="1"/>
          </p:cNvSpPr>
          <p:nvPr>
            <p:ph type="sldImg"/>
          </p:nvPr>
        </p:nvSpPr>
        <p:spPr>
          <a:xfrm>
            <a:off x="1092200" y="685800"/>
            <a:ext cx="2540000" cy="1905000"/>
          </a:xfrm>
          <a:ln/>
        </p:spPr>
      </p:sp>
      <p:sp>
        <p:nvSpPr>
          <p:cNvPr id="157699" name="Rectangle 1027">
            <a:extLst>
              <a:ext uri="{FF2B5EF4-FFF2-40B4-BE49-F238E27FC236}">
                <a16:creationId xmlns:a16="http://schemas.microsoft.com/office/drawing/2014/main" id="{FDDE8751-F908-61B6-D53D-F0375B257673}"/>
              </a:ext>
            </a:extLst>
          </p:cNvPr>
          <p:cNvSpPr>
            <a:spLocks noGrp="1" noChangeArrowheads="1"/>
          </p:cNvSpPr>
          <p:nvPr>
            <p:ph type="body" idx="1"/>
          </p:nvPr>
        </p:nvSpPr>
        <p:spPr/>
        <p:txBody>
          <a:bodyPr/>
          <a:lstStyle/>
          <a:p>
            <a:endParaRPr lang="es-ES_tradnl" altLang="es-E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7">
            <a:extLst>
              <a:ext uri="{FF2B5EF4-FFF2-40B4-BE49-F238E27FC236}">
                <a16:creationId xmlns:a16="http://schemas.microsoft.com/office/drawing/2014/main" id="{A84A9781-4366-6343-A0A9-B4FE4E4AB7D8}"/>
              </a:ext>
            </a:extLst>
          </p:cNvPr>
          <p:cNvSpPr>
            <a:spLocks noGrp="1" noChangeArrowheads="1"/>
          </p:cNvSpPr>
          <p:nvPr>
            <p:ph type="sldNum" sz="quarter" idx="5"/>
          </p:nvPr>
        </p:nvSpPr>
        <p:spPr>
          <a:ln/>
        </p:spPr>
        <p:txBody>
          <a:bodyPr/>
          <a:lstStyle/>
          <a:p>
            <a:fld id="{E5BFF9CB-401C-4578-A99C-68F61AD786F9}" type="slidenum">
              <a:rPr lang="es-ES" altLang="es-ES"/>
              <a:pPr/>
              <a:t>26</a:t>
            </a:fld>
            <a:endParaRPr lang="es-ES" altLang="es-ES"/>
          </a:p>
        </p:txBody>
      </p:sp>
      <p:sp>
        <p:nvSpPr>
          <p:cNvPr id="155650" name="Rectangle 2">
            <a:extLst>
              <a:ext uri="{FF2B5EF4-FFF2-40B4-BE49-F238E27FC236}">
                <a16:creationId xmlns:a16="http://schemas.microsoft.com/office/drawing/2014/main" id="{FC9CEA50-788F-E76A-FBF0-193507609E9F}"/>
              </a:ext>
            </a:extLst>
          </p:cNvPr>
          <p:cNvSpPr>
            <a:spLocks noGrp="1" noRot="1" noChangeAspect="1" noChangeArrowheads="1" noTextEdit="1"/>
          </p:cNvSpPr>
          <p:nvPr>
            <p:ph type="sldImg"/>
          </p:nvPr>
        </p:nvSpPr>
        <p:spPr>
          <a:xfrm>
            <a:off x="1092200" y="685800"/>
            <a:ext cx="2540000" cy="1905000"/>
          </a:xfrm>
          <a:ln/>
        </p:spPr>
      </p:sp>
      <p:sp>
        <p:nvSpPr>
          <p:cNvPr id="155651" name="Rectangle 3">
            <a:extLst>
              <a:ext uri="{FF2B5EF4-FFF2-40B4-BE49-F238E27FC236}">
                <a16:creationId xmlns:a16="http://schemas.microsoft.com/office/drawing/2014/main" id="{48A09967-D949-C1B9-552E-7BF776F9701D}"/>
              </a:ext>
            </a:extLst>
          </p:cNvPr>
          <p:cNvSpPr>
            <a:spLocks noGrp="1" noChangeArrowheads="1"/>
          </p:cNvSpPr>
          <p:nvPr>
            <p:ph type="body" idx="1"/>
          </p:nvPr>
        </p:nvSpPr>
        <p:spPr/>
        <p:txBody>
          <a:bodyPr/>
          <a:lstStyle/>
          <a:p>
            <a:endParaRPr lang="es-ES_tradnl" altLang="es-E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812031" y="4434840"/>
            <a:ext cx="3706328" cy="1122202"/>
          </a:xfrm>
        </p:spPr>
        <p:txBody>
          <a:bodyPr rtlCol="0" anchor="b">
            <a:noAutofit/>
          </a:bodyPr>
          <a:lstStyle>
            <a:lvl1pPr algn="l">
              <a:defRPr sz="2700" cap="all" spc="113" baseline="0">
                <a:solidFill>
                  <a:schemeClr val="tx1">
                    <a:lumMod val="75000"/>
                    <a:lumOff val="25000"/>
                  </a:schemeClr>
                </a:solidFill>
              </a:defRPr>
            </a:lvl1pPr>
          </a:lstStyle>
          <a:p>
            <a:pPr rtl="0"/>
            <a:r>
              <a:rPr lang="es-ES" noProof="0"/>
              <a:t>HAGA CLIC PARA EDITAR EL ESTILO DEL TÍTULO DEL PATRÓN</a:t>
            </a:r>
          </a:p>
        </p:txBody>
      </p:sp>
      <p:sp>
        <p:nvSpPr>
          <p:cNvPr id="3" name="Subtítulo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812031" y="5586890"/>
            <a:ext cx="3706328" cy="396660"/>
          </a:xfrm>
        </p:spPr>
        <p:txBody>
          <a:bodyPr rtlCol="0">
            <a:normAutofit/>
          </a:bodyPr>
          <a:lstStyle>
            <a:lvl1pPr marL="0" indent="0" algn="l">
              <a:lnSpc>
                <a:spcPct val="100000"/>
              </a:lnSpc>
              <a:buNone/>
              <a:defRPr sz="1200">
                <a:solidFill>
                  <a:schemeClr val="tx1">
                    <a:lumMod val="75000"/>
                    <a:lumOff val="25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rtl="0"/>
            <a:r>
              <a:rPr lang="es-ES" noProof="0"/>
              <a:t>Haga clic para editar el estilo de subtítulo del patrón</a:t>
            </a:r>
          </a:p>
        </p:txBody>
      </p:sp>
      <p:pic>
        <p:nvPicPr>
          <p:cNvPr id="8" name="Gráfico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1"/>
            <a:ext cx="7116234"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ograma">
    <p:bg>
      <p:bgPr>
        <a:solidFill>
          <a:schemeClr val="bg1"/>
        </a:solidFill>
        <a:effectLst/>
      </p:bgPr>
    </p:bg>
    <p:spTree>
      <p:nvGrpSpPr>
        <p:cNvPr id="1" name=""/>
        <p:cNvGrpSpPr/>
        <p:nvPr/>
      </p:nvGrpSpPr>
      <p:grpSpPr>
        <a:xfrm>
          <a:off x="0" y="0"/>
          <a:ext cx="0" cy="0"/>
          <a:chOff x="0" y="0"/>
          <a:chExt cx="0" cy="0"/>
        </a:xfrm>
      </p:grpSpPr>
      <p:pic>
        <p:nvPicPr>
          <p:cNvPr id="8" name="Gráfico 7">
            <a:extLst>
              <a:ext uri="{FF2B5EF4-FFF2-40B4-BE49-F238E27FC236}">
                <a16:creationId xmlns:a16="http://schemas.microsoft.com/office/drawing/2014/main" id="{D514C6BF-376E-43E8-881D-2E767426990A}"/>
              </a:ext>
            </a:extLst>
          </p:cNvPr>
          <p:cNvPicPr>
            <a:picLocks noChangeAspect="1"/>
          </p:cNvPicPr>
          <p:nvPr/>
        </p:nvPicPr>
        <p:blipFill rotWithShape="1">
          <a:blip r:embed="rId2">
            <a:alphaModFix amt="29000"/>
            <a:extLst>
              <a:ext uri="{96DAC541-7B7A-43D3-8B79-37D633B846F1}">
                <asvg:svgBlip xmlns:asvg="http://schemas.microsoft.com/office/drawing/2016/SVG/main" r:embed="rId3"/>
              </a:ext>
            </a:extLst>
          </a:blip>
          <a:srcRect t="18301" r="28341" b="23071"/>
          <a:stretch/>
        </p:blipFill>
        <p:spPr>
          <a:xfrm>
            <a:off x="4116612" y="0"/>
            <a:ext cx="5027389" cy="6858000"/>
          </a:xfrm>
          <a:prstGeom prst="rect">
            <a:avLst/>
          </a:prstGeom>
        </p:spPr>
      </p:pic>
      <p:sp>
        <p:nvSpPr>
          <p:cNvPr id="5" name="Marcador de pie de página 4">
            <a:extLst>
              <a:ext uri="{FF2B5EF4-FFF2-40B4-BE49-F238E27FC236}">
                <a16:creationId xmlns:a16="http://schemas.microsoft.com/office/drawing/2014/main" id="{7727F11D-8AF8-44D6-A48B-D8C7779B8B08}"/>
              </a:ext>
            </a:extLst>
          </p:cNvPr>
          <p:cNvSpPr>
            <a:spLocks noGrp="1"/>
          </p:cNvSpPr>
          <p:nvPr>
            <p:ph type="ftr" sz="quarter" idx="11"/>
          </p:nvPr>
        </p:nvSpPr>
        <p:spPr>
          <a:xfrm>
            <a:off x="3304441" y="6492875"/>
            <a:ext cx="1862132" cy="365125"/>
          </a:xfrm>
        </p:spPr>
        <p:txBody>
          <a:bodyPr rtlCol="0"/>
          <a:lstStyle>
            <a:lvl1pPr>
              <a:defRPr sz="675"/>
            </a:lvl1pPr>
          </a:lstStyle>
          <a:p>
            <a:r>
              <a:rPr lang="es-ES" dirty="0"/>
              <a:t>Juan Marcelo </a:t>
            </a:r>
            <a:r>
              <a:rPr lang="es-ES" dirty="0" err="1"/>
              <a:t>Gutierrez</a:t>
            </a:r>
            <a:r>
              <a:rPr lang="es-ES" dirty="0"/>
              <a:t> M.</a:t>
            </a:r>
          </a:p>
        </p:txBody>
      </p:sp>
      <p:pic>
        <p:nvPicPr>
          <p:cNvPr id="7" name="Imagen 6">
            <a:extLst>
              <a:ext uri="{FF2B5EF4-FFF2-40B4-BE49-F238E27FC236}">
                <a16:creationId xmlns:a16="http://schemas.microsoft.com/office/drawing/2014/main" id="{E90B896D-69AE-2A40-8DBE-47794C9CF971}"/>
              </a:ext>
            </a:extLst>
          </p:cNvPr>
          <p:cNvPicPr>
            <a:picLocks noChangeAspect="1"/>
          </p:cNvPicPr>
          <p:nvPr userDrawn="1"/>
        </p:nvPicPr>
        <p:blipFill rotWithShape="1">
          <a:blip r:embed="rId4"/>
          <a:srcRect t="19420" b="30870"/>
          <a:stretch/>
        </p:blipFill>
        <p:spPr>
          <a:xfrm>
            <a:off x="69574" y="69574"/>
            <a:ext cx="457200" cy="288236"/>
          </a:xfrm>
          <a:prstGeom prst="rect">
            <a:avLst/>
          </a:prstGeom>
        </p:spPr>
      </p:pic>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scala de tiempo">
    <p:spTree>
      <p:nvGrpSpPr>
        <p:cNvPr id="1" name=""/>
        <p:cNvGrpSpPr/>
        <p:nvPr/>
      </p:nvGrpSpPr>
      <p:grpSpPr>
        <a:xfrm>
          <a:off x="0" y="0"/>
          <a:ext cx="0" cy="0"/>
          <a:chOff x="0" y="0"/>
          <a:chExt cx="0" cy="0"/>
        </a:xfrm>
      </p:grpSpPr>
      <p:sp>
        <p:nvSpPr>
          <p:cNvPr id="12" name="Gráfico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1585413" y="0"/>
            <a:ext cx="7558587"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es-ES" sz="1350" noProof="0"/>
          </a:p>
        </p:txBody>
      </p:sp>
      <p:sp>
        <p:nvSpPr>
          <p:cNvPr id="2" name="Título 1">
            <a:extLst>
              <a:ext uri="{FF2B5EF4-FFF2-40B4-BE49-F238E27FC236}">
                <a16:creationId xmlns:a16="http://schemas.microsoft.com/office/drawing/2014/main" id="{6E3987A5-99A6-4B33-BAAF-53159635382E}"/>
              </a:ext>
            </a:extLst>
          </p:cNvPr>
          <p:cNvSpPr>
            <a:spLocks noGrp="1"/>
          </p:cNvSpPr>
          <p:nvPr>
            <p:ph type="title" hasCustomPrompt="1"/>
          </p:nvPr>
        </p:nvSpPr>
        <p:spPr>
          <a:xfrm>
            <a:off x="628650" y="5509419"/>
            <a:ext cx="3061607" cy="585788"/>
          </a:xfrm>
        </p:spPr>
        <p:txBody>
          <a:bodyPr rtlCol="0">
            <a:normAutofit/>
          </a:bodyPr>
          <a:lstStyle>
            <a:lvl1pPr>
              <a:defRPr lang="en-US" sz="2100" kern="1200" cap="all" spc="113" baseline="0" dirty="0">
                <a:solidFill>
                  <a:schemeClr val="tx1">
                    <a:lumMod val="75000"/>
                    <a:lumOff val="25000"/>
                  </a:schemeClr>
                </a:solidFill>
                <a:latin typeface="+mj-lt"/>
                <a:ea typeface="+mj-ea"/>
                <a:cs typeface="+mj-cs"/>
              </a:defRPr>
            </a:lvl1pPr>
          </a:lstStyle>
          <a:p>
            <a:pPr rtl="0"/>
            <a:r>
              <a:rPr lang="es-ES" noProof="0"/>
              <a:t>HAGA CLIC PARA EDITAR EL TÍTULO</a:t>
            </a:r>
          </a:p>
        </p:txBody>
      </p:sp>
      <p:sp>
        <p:nvSpPr>
          <p:cNvPr id="16" name="Marcador de texto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11239" y="1481138"/>
            <a:ext cx="1606323" cy="514350"/>
          </a:xfrm>
        </p:spPr>
        <p:txBody>
          <a:bodyPr rtlCol="0" anchor="ctr">
            <a:noAutofit/>
          </a:bodyPr>
          <a:lstStyle>
            <a:lvl1pPr marL="0" indent="0" algn="r">
              <a:buNone/>
              <a:defRPr sz="1200" cap="all" spc="113" baseline="0">
                <a:solidFill>
                  <a:schemeClr val="tx1">
                    <a:lumMod val="75000"/>
                    <a:lumOff val="25000"/>
                  </a:schemeClr>
                </a:solidFill>
              </a:defRPr>
            </a:lvl1pPr>
          </a:lstStyle>
          <a:p>
            <a:pPr lvl="0" rtl="0"/>
            <a:r>
              <a:rPr lang="es-ES" noProof="0"/>
              <a:t>HAGA CLIC PARA MODIFICAR LOS ESTILOS DEL TEXTO MAESTRO</a:t>
            </a:r>
          </a:p>
        </p:txBody>
      </p:sp>
      <p:sp>
        <p:nvSpPr>
          <p:cNvPr id="17" name="Marcador de texto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535781" y="2557463"/>
            <a:ext cx="1606323" cy="514350"/>
          </a:xfrm>
        </p:spPr>
        <p:txBody>
          <a:bodyPr rtlCol="0" anchor="ctr">
            <a:noAutofit/>
          </a:bodyPr>
          <a:lstStyle>
            <a:lvl1pPr marL="0" indent="0" algn="r">
              <a:buNone/>
              <a:defRPr sz="1200" cap="all" spc="113" baseline="0">
                <a:solidFill>
                  <a:schemeClr val="tx1">
                    <a:lumMod val="75000"/>
                    <a:lumOff val="25000"/>
                  </a:schemeClr>
                </a:solidFill>
              </a:defRPr>
            </a:lvl1pPr>
          </a:lstStyle>
          <a:p>
            <a:pPr lvl="0" rtl="0"/>
            <a:r>
              <a:rPr lang="es-ES" noProof="0"/>
              <a:t>HAGA CLIC PARA MODIFICAR LOS ESTILOS DEL TEXTO MAESTRO</a:t>
            </a:r>
          </a:p>
        </p:txBody>
      </p:sp>
      <p:sp>
        <p:nvSpPr>
          <p:cNvPr id="18" name="Marcador de texto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990600" y="3633788"/>
            <a:ext cx="1606323" cy="514350"/>
          </a:xfrm>
        </p:spPr>
        <p:txBody>
          <a:bodyPr rtlCol="0" anchor="ctr">
            <a:noAutofit/>
          </a:bodyPr>
          <a:lstStyle>
            <a:lvl1pPr marL="0" indent="0" algn="r">
              <a:buNone/>
              <a:defRPr sz="1200" cap="all" spc="113" baseline="0">
                <a:solidFill>
                  <a:schemeClr val="tx1">
                    <a:lumMod val="75000"/>
                    <a:lumOff val="25000"/>
                  </a:schemeClr>
                </a:solidFill>
              </a:defRPr>
            </a:lvl1pPr>
          </a:lstStyle>
          <a:p>
            <a:pPr lvl="0" rtl="0"/>
            <a:r>
              <a:rPr lang="es-ES" noProof="0"/>
              <a:t>HAGA CLIC PARA MODIFICAR LOS ESTILOS DEL TEXTO MAESTRO</a:t>
            </a:r>
          </a:p>
        </p:txBody>
      </p:sp>
      <p:sp>
        <p:nvSpPr>
          <p:cNvPr id="19" name="Marcador de texto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428750" y="4710114"/>
            <a:ext cx="1606323" cy="514350"/>
          </a:xfrm>
        </p:spPr>
        <p:txBody>
          <a:bodyPr rtlCol="0" anchor="ctr">
            <a:noAutofit/>
          </a:bodyPr>
          <a:lstStyle>
            <a:lvl1pPr marL="0" indent="0" algn="r">
              <a:buNone/>
              <a:defRPr sz="1200" cap="all" spc="113" baseline="0">
                <a:solidFill>
                  <a:schemeClr val="tx1">
                    <a:lumMod val="75000"/>
                    <a:lumOff val="25000"/>
                  </a:schemeClr>
                </a:solidFill>
              </a:defRPr>
            </a:lvl1pPr>
          </a:lstStyle>
          <a:p>
            <a:pPr lvl="0" rtl="0"/>
            <a:r>
              <a:rPr lang="es-ES" noProof="0"/>
              <a:t>HAGA CLIC PARA MODIFICAR LOS ESTILOS DEL TEXTO MAESTRO</a:t>
            </a:r>
          </a:p>
        </p:txBody>
      </p:sp>
      <p:sp>
        <p:nvSpPr>
          <p:cNvPr id="34" name="Marcador de texto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3301152" y="1594478"/>
            <a:ext cx="4154321" cy="1010842"/>
          </a:xfrm>
        </p:spPr>
        <p:txBody>
          <a:bodyPr rtlCol="0" anchor="t">
            <a:normAutofit/>
          </a:bodyPr>
          <a:lstStyle>
            <a:lvl1pPr marL="0" indent="0" algn="l">
              <a:lnSpc>
                <a:spcPct val="100000"/>
              </a:lnSpc>
              <a:buNone/>
              <a:defRPr sz="1050" spc="38" baseline="0">
                <a:solidFill>
                  <a:schemeClr val="tx1">
                    <a:lumMod val="75000"/>
                    <a:lumOff val="25000"/>
                  </a:schemeClr>
                </a:solidFill>
              </a:defRPr>
            </a:lvl1pPr>
          </a:lstStyle>
          <a:p>
            <a:pPr lvl="0" rtl="0"/>
            <a:r>
              <a:rPr lang="es-ES" noProof="0"/>
              <a:t>Haga clic para modificar los estilos del texto maestro</a:t>
            </a:r>
          </a:p>
        </p:txBody>
      </p:sp>
      <p:sp>
        <p:nvSpPr>
          <p:cNvPr id="35" name="Marcador de texto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3739522" y="2682564"/>
            <a:ext cx="4154321" cy="1010842"/>
          </a:xfrm>
        </p:spPr>
        <p:txBody>
          <a:bodyPr rtlCol="0" anchor="t">
            <a:normAutofit/>
          </a:bodyPr>
          <a:lstStyle>
            <a:lvl1pPr marL="0" indent="0" algn="l">
              <a:lnSpc>
                <a:spcPct val="100000"/>
              </a:lnSpc>
              <a:buNone/>
              <a:defRPr sz="1050" spc="38" baseline="0">
                <a:solidFill>
                  <a:schemeClr val="tx1">
                    <a:lumMod val="75000"/>
                    <a:lumOff val="25000"/>
                  </a:schemeClr>
                </a:solidFill>
              </a:defRPr>
            </a:lvl1pPr>
          </a:lstStyle>
          <a:p>
            <a:pPr lvl="0" rtl="0"/>
            <a:r>
              <a:rPr lang="es-ES" noProof="0"/>
              <a:t>Haga clic para modificar los estilos del texto maestro</a:t>
            </a:r>
          </a:p>
        </p:txBody>
      </p:sp>
      <p:sp>
        <p:nvSpPr>
          <p:cNvPr id="36" name="Marcador de texto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4182703" y="3755394"/>
            <a:ext cx="4154321" cy="1010842"/>
          </a:xfrm>
        </p:spPr>
        <p:txBody>
          <a:bodyPr rtlCol="0" anchor="t">
            <a:normAutofit/>
          </a:bodyPr>
          <a:lstStyle>
            <a:lvl1pPr marL="0" indent="0" algn="l">
              <a:lnSpc>
                <a:spcPct val="100000"/>
              </a:lnSpc>
              <a:buNone/>
              <a:defRPr sz="1050" spc="38" baseline="0">
                <a:solidFill>
                  <a:schemeClr val="tx1">
                    <a:lumMod val="75000"/>
                    <a:lumOff val="25000"/>
                  </a:schemeClr>
                </a:solidFill>
              </a:defRPr>
            </a:lvl1pPr>
          </a:lstStyle>
          <a:p>
            <a:pPr lvl="0" rtl="0"/>
            <a:r>
              <a:rPr lang="es-ES" noProof="0"/>
              <a:t>Haga clic para modificar los estilos del texto maestro</a:t>
            </a:r>
          </a:p>
        </p:txBody>
      </p:sp>
      <p:sp>
        <p:nvSpPr>
          <p:cNvPr id="37" name="Marcador de texto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4631460" y="4824430"/>
            <a:ext cx="4154321" cy="1010842"/>
          </a:xfrm>
        </p:spPr>
        <p:txBody>
          <a:bodyPr rtlCol="0" anchor="t">
            <a:normAutofit/>
          </a:bodyPr>
          <a:lstStyle>
            <a:lvl1pPr marL="0" indent="0" algn="l">
              <a:lnSpc>
                <a:spcPct val="100000"/>
              </a:lnSpc>
              <a:buNone/>
              <a:defRPr sz="1050" spc="38" baseline="0">
                <a:solidFill>
                  <a:schemeClr val="tx1">
                    <a:lumMod val="75000"/>
                    <a:lumOff val="25000"/>
                  </a:schemeClr>
                </a:solidFill>
              </a:defRPr>
            </a:lvl1pPr>
          </a:lstStyle>
          <a:p>
            <a:pPr lvl="0" rtl="0"/>
            <a:r>
              <a:rPr lang="es-ES" noProof="0"/>
              <a:t>Haga clic para modificar los estilos del texto maestro</a:t>
            </a:r>
          </a:p>
        </p:txBody>
      </p:sp>
      <p:cxnSp>
        <p:nvCxnSpPr>
          <p:cNvPr id="3" name="Conector recto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3265137" y="5023933"/>
            <a:ext cx="1134908"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Conector recto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2819938" y="3948451"/>
            <a:ext cx="1134908"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Conector recto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2380090" y="2872686"/>
            <a:ext cx="1134908"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Conector recto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1939698" y="1796083"/>
            <a:ext cx="1134908"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Marcador de fecha 4">
            <a:extLst>
              <a:ext uri="{FF2B5EF4-FFF2-40B4-BE49-F238E27FC236}">
                <a16:creationId xmlns:a16="http://schemas.microsoft.com/office/drawing/2014/main" id="{874DC36F-5D3E-439D-80B5-32633FC34434}"/>
              </a:ext>
            </a:extLst>
          </p:cNvPr>
          <p:cNvSpPr>
            <a:spLocks noGrp="1"/>
          </p:cNvSpPr>
          <p:nvPr>
            <p:ph type="dt" sz="half" idx="10"/>
          </p:nvPr>
        </p:nvSpPr>
        <p:spPr/>
        <p:txBody>
          <a:bodyPr rtlCol="0"/>
          <a:lstStyle>
            <a:lvl1pPr>
              <a:defRPr sz="675">
                <a:solidFill>
                  <a:srgbClr val="898989"/>
                </a:solidFill>
              </a:defRPr>
            </a:lvl1pPr>
          </a:lstStyle>
          <a:p>
            <a:pPr rtl="0"/>
            <a:r>
              <a:rPr lang="es-ES" noProof="0"/>
              <a:t>20XX</a:t>
            </a:r>
          </a:p>
        </p:txBody>
      </p:sp>
      <p:sp>
        <p:nvSpPr>
          <p:cNvPr id="6" name="Marcador de pie de página 5">
            <a:extLst>
              <a:ext uri="{FF2B5EF4-FFF2-40B4-BE49-F238E27FC236}">
                <a16:creationId xmlns:a16="http://schemas.microsoft.com/office/drawing/2014/main" id="{6C710A8A-CEC9-4787-A745-C28DD965F7DD}"/>
              </a:ext>
            </a:extLst>
          </p:cNvPr>
          <p:cNvSpPr>
            <a:spLocks noGrp="1"/>
          </p:cNvSpPr>
          <p:nvPr>
            <p:ph type="ftr" sz="quarter" idx="11"/>
          </p:nvPr>
        </p:nvSpPr>
        <p:spPr>
          <a:xfrm>
            <a:off x="4616867" y="6356351"/>
            <a:ext cx="1356534" cy="365125"/>
          </a:xfrm>
        </p:spPr>
        <p:txBody>
          <a:bodyPr rtlCol="0"/>
          <a:lstStyle>
            <a:lvl1pPr algn="l">
              <a:defRPr sz="675"/>
            </a:lvl1pPr>
          </a:lstStyle>
          <a:p>
            <a:pPr rtl="0"/>
            <a:r>
              <a:rPr lang="es-ES" noProof="0"/>
              <a:t>Presentación para inversores</a:t>
            </a:r>
          </a:p>
        </p:txBody>
      </p:sp>
      <p:sp>
        <p:nvSpPr>
          <p:cNvPr id="7" name="Marcador de número de diapositiva 6">
            <a:extLst>
              <a:ext uri="{FF2B5EF4-FFF2-40B4-BE49-F238E27FC236}">
                <a16:creationId xmlns:a16="http://schemas.microsoft.com/office/drawing/2014/main" id="{4162BD04-8F01-472A-9456-4702A2218BB5}"/>
              </a:ext>
            </a:extLst>
          </p:cNvPr>
          <p:cNvSpPr>
            <a:spLocks noGrp="1"/>
          </p:cNvSpPr>
          <p:nvPr>
            <p:ph type="sldNum" sz="quarter" idx="12"/>
          </p:nvPr>
        </p:nvSpPr>
        <p:spPr>
          <a:xfrm>
            <a:off x="8108156" y="6356351"/>
            <a:ext cx="407194" cy="365125"/>
          </a:xfrm>
        </p:spPr>
        <p:txBody>
          <a:bodyPr rtlCol="0"/>
          <a:lstStyle>
            <a:lvl1pPr>
              <a:defRPr sz="675"/>
            </a:lvl1pPr>
          </a:lstStyle>
          <a:p>
            <a:pPr rtl="0"/>
            <a:fld id="{B5CEABB6-07DC-46E8-9B57-56EC44A396E5}" type="slidenum">
              <a:rPr lang="es-ES" noProof="0" smtClean="0"/>
              <a:t>‹Nº›</a:t>
            </a:fld>
            <a:endParaRPr lang="es-ES" noProof="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lumna de contenido 3">
    <p:bg>
      <p:bgPr>
        <a:solidFill>
          <a:schemeClr val="accent2"/>
        </a:solidFill>
        <a:effectLst/>
      </p:bgPr>
    </p:bg>
    <p:spTree>
      <p:nvGrpSpPr>
        <p:cNvPr id="1" name=""/>
        <p:cNvGrpSpPr/>
        <p:nvPr/>
      </p:nvGrpSpPr>
      <p:grpSpPr>
        <a:xfrm>
          <a:off x="0" y="0"/>
          <a:ext cx="0" cy="0"/>
          <a:chOff x="0" y="0"/>
          <a:chExt cx="0" cy="0"/>
        </a:xfrm>
      </p:grpSpPr>
      <p:sp>
        <p:nvSpPr>
          <p:cNvPr id="14" name="Título 1">
            <a:extLst>
              <a:ext uri="{FF2B5EF4-FFF2-40B4-BE49-F238E27FC236}">
                <a16:creationId xmlns:a16="http://schemas.microsoft.com/office/drawing/2014/main" id="{42ACEF30-0520-40B3-A1F1-F3D2530563D6}"/>
              </a:ext>
            </a:extLst>
          </p:cNvPr>
          <p:cNvSpPr>
            <a:spLocks noGrp="1"/>
          </p:cNvSpPr>
          <p:nvPr>
            <p:ph type="title" hasCustomPrompt="1"/>
          </p:nvPr>
        </p:nvSpPr>
        <p:spPr>
          <a:xfrm>
            <a:off x="1413867" y="892178"/>
            <a:ext cx="6316266" cy="1325563"/>
          </a:xfrm>
        </p:spPr>
        <p:txBody>
          <a:bodyPr rtlCol="0">
            <a:normAutofit/>
          </a:bodyPr>
          <a:lstStyle>
            <a:lvl1pPr algn="ctr">
              <a:defRPr lang="en-US" sz="2100" kern="1200" spc="113" baseline="0" dirty="0">
                <a:solidFill>
                  <a:schemeClr val="tx1">
                    <a:lumMod val="75000"/>
                    <a:lumOff val="25000"/>
                  </a:schemeClr>
                </a:solidFill>
                <a:latin typeface="+mj-lt"/>
                <a:ea typeface="+mj-ea"/>
                <a:cs typeface="+mj-cs"/>
              </a:defRPr>
            </a:lvl1pPr>
          </a:lstStyle>
          <a:p>
            <a:pPr rtl="0"/>
            <a:r>
              <a:rPr lang="es-ES" noProof="0"/>
              <a:t>HAGA CLIC PARA MODIFICAR EL ESTILO DEL TÍTULO MAESTRO</a:t>
            </a:r>
          </a:p>
        </p:txBody>
      </p:sp>
      <p:sp>
        <p:nvSpPr>
          <p:cNvPr id="15" name="Marcador de texto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114425" y="2563124"/>
            <a:ext cx="3023959" cy="365125"/>
          </a:xfrm>
        </p:spPr>
        <p:txBody>
          <a:bodyPr rtlCol="0">
            <a:normAutofit/>
          </a:bodyPr>
          <a:lstStyle>
            <a:lvl1pPr marL="0" indent="0" algn="ctr">
              <a:buNone/>
              <a:defRPr lang="en-US" sz="1500" kern="1200" spc="113" baseline="0" dirty="0">
                <a:solidFill>
                  <a:schemeClr val="tx1">
                    <a:lumMod val="75000"/>
                    <a:lumOff val="25000"/>
                  </a:schemeClr>
                </a:solidFill>
                <a:latin typeface="+mj-lt"/>
                <a:ea typeface="+mj-ea"/>
                <a:cs typeface="+mj-cs"/>
              </a:defRPr>
            </a:lvl1pPr>
          </a:lstStyle>
          <a:p>
            <a:pPr lvl="0" rtl="0"/>
            <a:r>
              <a:rPr lang="es-ES" noProof="0"/>
              <a:t>HAGA CLIC PARA AGREGAR UN SUBTÍTULO</a:t>
            </a:r>
          </a:p>
        </p:txBody>
      </p:sp>
      <p:sp>
        <p:nvSpPr>
          <p:cNvPr id="17" name="Marcador de texto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114248" y="3070348"/>
            <a:ext cx="3023273" cy="1057308"/>
          </a:xfrm>
        </p:spPr>
        <p:txBody>
          <a:bodyPr rtlCol="0">
            <a:normAutofit/>
          </a:bodyPr>
          <a:lstStyle>
            <a:lvl1pPr marL="0" indent="0" algn="ctr">
              <a:lnSpc>
                <a:spcPct val="100000"/>
              </a:lnSpc>
              <a:buFont typeface="Arial" panose="020B0604020202020204" pitchFamily="34" charset="0"/>
              <a:buNone/>
              <a:defRPr sz="1050">
                <a:solidFill>
                  <a:schemeClr val="tx1">
                    <a:lumMod val="75000"/>
                    <a:lumOff val="25000"/>
                  </a:schemeClr>
                </a:solidFill>
              </a:defRPr>
            </a:lvl1pPr>
          </a:lstStyle>
          <a:p>
            <a:pPr lvl="0" rtl="0"/>
            <a:r>
              <a:rPr lang="es-ES" noProof="0"/>
              <a:t>Haga clic para agregar texto</a:t>
            </a:r>
          </a:p>
        </p:txBody>
      </p:sp>
      <p:sp>
        <p:nvSpPr>
          <p:cNvPr id="31" name="Marcador de texto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5004753" y="2563124"/>
            <a:ext cx="3023959" cy="365125"/>
          </a:xfrm>
        </p:spPr>
        <p:txBody>
          <a:bodyPr rtlCol="0">
            <a:normAutofit/>
          </a:bodyPr>
          <a:lstStyle>
            <a:lvl1pPr marL="0" indent="0" algn="ctr">
              <a:buNone/>
              <a:defRPr lang="en-US" sz="1500" kern="1200" spc="113" baseline="0" dirty="0">
                <a:solidFill>
                  <a:schemeClr val="tx1">
                    <a:lumMod val="75000"/>
                    <a:lumOff val="25000"/>
                  </a:schemeClr>
                </a:solidFill>
                <a:latin typeface="+mj-lt"/>
                <a:ea typeface="+mj-ea"/>
                <a:cs typeface="+mj-cs"/>
              </a:defRPr>
            </a:lvl1pPr>
          </a:lstStyle>
          <a:p>
            <a:pPr marL="0" lvl="0" indent="0" algn="l" defTabSz="685800" rtl="0" eaLnBrk="1" latinLnBrk="0" hangingPunct="1">
              <a:lnSpc>
                <a:spcPct val="90000"/>
              </a:lnSpc>
              <a:spcBef>
                <a:spcPts val="750"/>
              </a:spcBef>
              <a:buFont typeface="Arial" panose="020B0604020202020204" pitchFamily="34" charset="0"/>
              <a:buNone/>
            </a:pPr>
            <a:r>
              <a:rPr lang="es-ES" noProof="0"/>
              <a:t>HAGA CLIC PARA AGREGAR UN SUBTÍTULO</a:t>
            </a:r>
          </a:p>
        </p:txBody>
      </p:sp>
      <p:sp>
        <p:nvSpPr>
          <p:cNvPr id="32" name="Marcador de texto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5004857" y="3070348"/>
            <a:ext cx="3023273" cy="1057308"/>
          </a:xfrm>
        </p:spPr>
        <p:txBody>
          <a:bodyPr rtlCol="0">
            <a:normAutofit/>
          </a:bodyPr>
          <a:lstStyle>
            <a:lvl1pPr marL="0" indent="0" algn="ctr">
              <a:lnSpc>
                <a:spcPct val="100000"/>
              </a:lnSpc>
              <a:buFont typeface="Arial" panose="020B0604020202020204" pitchFamily="34" charset="0"/>
              <a:buNone/>
              <a:defRPr sz="1050">
                <a:solidFill>
                  <a:schemeClr val="tx1">
                    <a:lumMod val="75000"/>
                    <a:lumOff val="25000"/>
                  </a:schemeClr>
                </a:solidFill>
              </a:defRPr>
            </a:lvl1pPr>
          </a:lstStyle>
          <a:p>
            <a:pPr lvl="0" rtl="0"/>
            <a:r>
              <a:rPr lang="es-ES" noProof="0"/>
              <a:t>Haga clic para agregar texto</a:t>
            </a:r>
          </a:p>
        </p:txBody>
      </p:sp>
      <p:sp>
        <p:nvSpPr>
          <p:cNvPr id="33" name="Marcador de texto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114425" y="4319432"/>
            <a:ext cx="3023959" cy="365125"/>
          </a:xfrm>
        </p:spPr>
        <p:txBody>
          <a:bodyPr rtlCol="0">
            <a:normAutofit/>
          </a:bodyPr>
          <a:lstStyle>
            <a:lvl1pPr marL="0" indent="0" algn="ctr">
              <a:buNone/>
              <a:defRPr lang="en-US" sz="1500" kern="1200" spc="113" baseline="0" dirty="0">
                <a:solidFill>
                  <a:schemeClr val="tx1">
                    <a:lumMod val="75000"/>
                    <a:lumOff val="25000"/>
                  </a:schemeClr>
                </a:solidFill>
                <a:latin typeface="+mj-lt"/>
                <a:ea typeface="+mj-ea"/>
                <a:cs typeface="+mj-cs"/>
              </a:defRPr>
            </a:lvl1pPr>
          </a:lstStyle>
          <a:p>
            <a:pPr marL="0" lvl="0" indent="0" algn="l" defTabSz="685800" rtl="0" eaLnBrk="1" latinLnBrk="0" hangingPunct="1">
              <a:lnSpc>
                <a:spcPct val="90000"/>
              </a:lnSpc>
              <a:spcBef>
                <a:spcPts val="750"/>
              </a:spcBef>
              <a:buFont typeface="Arial" panose="020B0604020202020204" pitchFamily="34" charset="0"/>
              <a:buNone/>
            </a:pPr>
            <a:r>
              <a:rPr lang="es-ES" noProof="0"/>
              <a:t>HAGA CLIC PARA AGREGAR UN SUBTÍTULO</a:t>
            </a:r>
          </a:p>
        </p:txBody>
      </p:sp>
      <p:sp>
        <p:nvSpPr>
          <p:cNvPr id="34" name="Marcador de texto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114809" y="4826656"/>
            <a:ext cx="3023273" cy="1057308"/>
          </a:xfrm>
        </p:spPr>
        <p:txBody>
          <a:bodyPr rtlCol="0">
            <a:normAutofit/>
          </a:bodyPr>
          <a:lstStyle>
            <a:lvl1pPr marL="0" indent="0" algn="ctr">
              <a:lnSpc>
                <a:spcPct val="100000"/>
              </a:lnSpc>
              <a:buFont typeface="Arial" panose="020B0604020202020204" pitchFamily="34" charset="0"/>
              <a:buNone/>
              <a:defRPr sz="1050">
                <a:solidFill>
                  <a:schemeClr val="tx1">
                    <a:lumMod val="75000"/>
                    <a:lumOff val="25000"/>
                  </a:schemeClr>
                </a:solidFill>
              </a:defRPr>
            </a:lvl1pPr>
          </a:lstStyle>
          <a:p>
            <a:pPr lvl="0" rtl="0"/>
            <a:r>
              <a:rPr lang="es-ES" noProof="0"/>
              <a:t>Haga clic para agregar texto</a:t>
            </a:r>
          </a:p>
        </p:txBody>
      </p:sp>
      <p:sp>
        <p:nvSpPr>
          <p:cNvPr id="12" name="Marcador de texto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5004473" y="4319432"/>
            <a:ext cx="3023959" cy="365125"/>
          </a:xfrm>
        </p:spPr>
        <p:txBody>
          <a:bodyPr rtlCol="0">
            <a:normAutofit/>
          </a:bodyPr>
          <a:lstStyle>
            <a:lvl1pPr marL="0" indent="0" algn="ctr">
              <a:buNone/>
              <a:defRPr lang="en-US" sz="1500" kern="1200" spc="113" baseline="0" dirty="0">
                <a:solidFill>
                  <a:schemeClr val="tx1">
                    <a:lumMod val="75000"/>
                    <a:lumOff val="25000"/>
                  </a:schemeClr>
                </a:solidFill>
                <a:latin typeface="+mj-lt"/>
                <a:ea typeface="+mj-ea"/>
                <a:cs typeface="+mj-cs"/>
              </a:defRPr>
            </a:lvl1pPr>
          </a:lstStyle>
          <a:p>
            <a:pPr marL="0" lvl="0" indent="0" algn="l" defTabSz="685800" rtl="0" eaLnBrk="1" latinLnBrk="0" hangingPunct="1">
              <a:lnSpc>
                <a:spcPct val="90000"/>
              </a:lnSpc>
              <a:spcBef>
                <a:spcPts val="750"/>
              </a:spcBef>
              <a:buFont typeface="Arial" panose="020B0604020202020204" pitchFamily="34" charset="0"/>
              <a:buNone/>
            </a:pPr>
            <a:r>
              <a:rPr lang="es-ES" noProof="0"/>
              <a:t>HAGA CLIC PARA AGREGAR UN SUBTÍTULO</a:t>
            </a:r>
          </a:p>
        </p:txBody>
      </p:sp>
      <p:sp>
        <p:nvSpPr>
          <p:cNvPr id="13" name="Marcador de texto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5004857" y="4826656"/>
            <a:ext cx="3023273" cy="1057308"/>
          </a:xfrm>
        </p:spPr>
        <p:txBody>
          <a:bodyPr rtlCol="0">
            <a:normAutofit/>
          </a:bodyPr>
          <a:lstStyle>
            <a:lvl1pPr marL="0" indent="0" algn="ctr">
              <a:lnSpc>
                <a:spcPct val="100000"/>
              </a:lnSpc>
              <a:buFont typeface="Arial" panose="020B0604020202020204" pitchFamily="34" charset="0"/>
              <a:buNone/>
              <a:defRPr sz="1050">
                <a:solidFill>
                  <a:schemeClr val="tx1">
                    <a:lumMod val="75000"/>
                    <a:lumOff val="25000"/>
                  </a:schemeClr>
                </a:solidFill>
              </a:defRPr>
            </a:lvl1pPr>
          </a:lstStyle>
          <a:p>
            <a:pPr lvl="0" rtl="0"/>
            <a:r>
              <a:rPr lang="es-ES" noProof="0"/>
              <a:t>Haga clic para agregar texto</a:t>
            </a:r>
          </a:p>
        </p:txBody>
      </p:sp>
      <p:sp>
        <p:nvSpPr>
          <p:cNvPr id="3" name="Marcador de fecha 2">
            <a:extLst>
              <a:ext uri="{FF2B5EF4-FFF2-40B4-BE49-F238E27FC236}">
                <a16:creationId xmlns:a16="http://schemas.microsoft.com/office/drawing/2014/main" id="{98EC90C5-A811-4E5C-ADD1-A89DB4E94DAA}"/>
              </a:ext>
            </a:extLst>
          </p:cNvPr>
          <p:cNvSpPr>
            <a:spLocks noGrp="1"/>
          </p:cNvSpPr>
          <p:nvPr>
            <p:ph type="dt" sz="half" idx="20"/>
          </p:nvPr>
        </p:nvSpPr>
        <p:spPr/>
        <p:txBody>
          <a:bodyPr rtlCol="0"/>
          <a:lstStyle/>
          <a:p>
            <a:pPr rtl="0"/>
            <a:r>
              <a:rPr lang="es-ES" noProof="0"/>
              <a:t>20XX</a:t>
            </a:r>
          </a:p>
        </p:txBody>
      </p:sp>
      <p:sp>
        <p:nvSpPr>
          <p:cNvPr id="4" name="Marcador de pie de página 3">
            <a:extLst>
              <a:ext uri="{FF2B5EF4-FFF2-40B4-BE49-F238E27FC236}">
                <a16:creationId xmlns:a16="http://schemas.microsoft.com/office/drawing/2014/main" id="{3356B621-AE19-45D3-B25F-23256C242DDD}"/>
              </a:ext>
            </a:extLst>
          </p:cNvPr>
          <p:cNvSpPr>
            <a:spLocks noGrp="1"/>
          </p:cNvSpPr>
          <p:nvPr>
            <p:ph type="ftr" sz="quarter" idx="21"/>
          </p:nvPr>
        </p:nvSpPr>
        <p:spPr/>
        <p:txBody>
          <a:bodyPr rtlCol="0"/>
          <a:lstStyle/>
          <a:p>
            <a:pPr rtl="0"/>
            <a:r>
              <a:rPr lang="es-ES" noProof="0"/>
              <a:t>Presentación para inversores</a:t>
            </a:r>
          </a:p>
        </p:txBody>
      </p:sp>
      <p:sp>
        <p:nvSpPr>
          <p:cNvPr id="5" name="Marcador de número de diapositiva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rtlCol="0"/>
          <a:lstStyle/>
          <a:p>
            <a:pPr rtl="0"/>
            <a:fld id="{B5CEABB6-07DC-46E8-9B57-56EC44A396E5}" type="slidenum">
              <a:rPr lang="es-ES" noProof="0" smtClean="0"/>
              <a:t>‹Nº›</a:t>
            </a:fld>
            <a:endParaRPr lang="es-ES" noProof="0"/>
          </a:p>
        </p:txBody>
      </p:sp>
      <p:cxnSp>
        <p:nvCxnSpPr>
          <p:cNvPr id="2" name="Conector recto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6516291" y="1"/>
            <a:ext cx="2627709"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Conector recto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7290708" y="0"/>
            <a:ext cx="1853293"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áfico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4"/>
            <a:ext cx="1543050" cy="1647825"/>
          </a:xfrm>
          <a:prstGeom prst="rect">
            <a:avLst/>
          </a:prstGeom>
        </p:spPr>
      </p:pic>
      <p:pic>
        <p:nvPicPr>
          <p:cNvPr id="8" name="Gráfico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286750" y="5180889"/>
            <a:ext cx="85725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lumna de contenido 2">
    <p:bg>
      <p:bgPr>
        <a:solidFill>
          <a:schemeClr val="bg1"/>
        </a:solidFill>
        <a:effectLst/>
      </p:bgPr>
    </p:bg>
    <p:spTree>
      <p:nvGrpSpPr>
        <p:cNvPr id="1" name=""/>
        <p:cNvGrpSpPr/>
        <p:nvPr/>
      </p:nvGrpSpPr>
      <p:grpSpPr>
        <a:xfrm>
          <a:off x="0" y="0"/>
          <a:ext cx="0" cy="0"/>
          <a:chOff x="0" y="0"/>
          <a:chExt cx="0" cy="0"/>
        </a:xfrm>
      </p:grpSpPr>
      <p:sp>
        <p:nvSpPr>
          <p:cNvPr id="14" name="Título 1">
            <a:extLst>
              <a:ext uri="{FF2B5EF4-FFF2-40B4-BE49-F238E27FC236}">
                <a16:creationId xmlns:a16="http://schemas.microsoft.com/office/drawing/2014/main" id="{42ACEF30-0520-40B3-A1F1-F3D2530563D6}"/>
              </a:ext>
            </a:extLst>
          </p:cNvPr>
          <p:cNvSpPr>
            <a:spLocks noGrp="1"/>
          </p:cNvSpPr>
          <p:nvPr>
            <p:ph type="title" hasCustomPrompt="1"/>
          </p:nvPr>
        </p:nvSpPr>
        <p:spPr>
          <a:xfrm>
            <a:off x="1131570" y="4156406"/>
            <a:ext cx="2354580" cy="1325563"/>
          </a:xfrm>
        </p:spPr>
        <p:txBody>
          <a:bodyPr rtlCol="0" anchor="b">
            <a:normAutofit/>
          </a:bodyPr>
          <a:lstStyle>
            <a:lvl1pPr algn="l">
              <a:defRPr lang="en-US" sz="2100" kern="1200" spc="113" baseline="0" dirty="0">
                <a:solidFill>
                  <a:schemeClr val="tx1">
                    <a:lumMod val="75000"/>
                    <a:lumOff val="25000"/>
                  </a:schemeClr>
                </a:solidFill>
                <a:latin typeface="+mj-lt"/>
                <a:ea typeface="+mj-ea"/>
                <a:cs typeface="+mj-cs"/>
              </a:defRPr>
            </a:lvl1pPr>
          </a:lstStyle>
          <a:p>
            <a:pPr rtl="0"/>
            <a:r>
              <a:rPr lang="es-ES" noProof="0"/>
              <a:t>HAGA CLIC PARA MODIFICAR EL ESTILO DEL TÍTULO MAESTRO</a:t>
            </a:r>
          </a:p>
        </p:txBody>
      </p:sp>
      <p:sp>
        <p:nvSpPr>
          <p:cNvPr id="15" name="Marcador de texto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4441691" y="1530636"/>
            <a:ext cx="4074903" cy="365125"/>
          </a:xfrm>
        </p:spPr>
        <p:txBody>
          <a:bodyPr rtlCol="0">
            <a:normAutofit/>
          </a:bodyPr>
          <a:lstStyle>
            <a:lvl1pPr marL="0" indent="0">
              <a:buNone/>
              <a:defRPr lang="en-US" sz="1500" kern="1200" spc="113" baseline="0" dirty="0">
                <a:solidFill>
                  <a:schemeClr val="tx1">
                    <a:lumMod val="75000"/>
                    <a:lumOff val="25000"/>
                  </a:schemeClr>
                </a:solidFill>
                <a:latin typeface="+mj-lt"/>
                <a:ea typeface="+mj-ea"/>
                <a:cs typeface="+mj-cs"/>
              </a:defRPr>
            </a:lvl1pPr>
          </a:lstStyle>
          <a:p>
            <a:pPr lvl="0" rtl="0"/>
            <a:r>
              <a:rPr lang="es-ES" noProof="0"/>
              <a:t>HAGA CLIC PARA AGREGAR UN SUBTÍTULO</a:t>
            </a:r>
          </a:p>
        </p:txBody>
      </p:sp>
      <p:sp>
        <p:nvSpPr>
          <p:cNvPr id="17" name="Marcador de texto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4441372" y="1860060"/>
            <a:ext cx="4073978" cy="557950"/>
          </a:xfrm>
        </p:spPr>
        <p:txBody>
          <a:bodyPr rtlCol="0">
            <a:normAutofit/>
          </a:bodyPr>
          <a:lstStyle>
            <a:lvl1pPr marL="0" indent="0">
              <a:lnSpc>
                <a:spcPct val="100000"/>
              </a:lnSpc>
              <a:buFont typeface="Arial" panose="020B0604020202020204" pitchFamily="34" charset="0"/>
              <a:buNone/>
              <a:defRPr sz="1050">
                <a:solidFill>
                  <a:schemeClr val="tx1">
                    <a:lumMod val="75000"/>
                    <a:lumOff val="25000"/>
                  </a:schemeClr>
                </a:solidFill>
              </a:defRPr>
            </a:lvl1pPr>
          </a:lstStyle>
          <a:p>
            <a:pPr lvl="0" rtl="0"/>
            <a:r>
              <a:rPr lang="es-ES" noProof="0"/>
              <a:t>Haga clic para agregar texto</a:t>
            </a:r>
          </a:p>
        </p:txBody>
      </p:sp>
      <p:sp>
        <p:nvSpPr>
          <p:cNvPr id="16" name="Marcador de texto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4441691" y="2630432"/>
            <a:ext cx="4074903" cy="365125"/>
          </a:xfrm>
        </p:spPr>
        <p:txBody>
          <a:bodyPr rtlCol="0">
            <a:normAutofit/>
          </a:bodyPr>
          <a:lstStyle>
            <a:lvl1pPr marL="0" indent="0">
              <a:buNone/>
              <a:defRPr lang="en-US" sz="1500" kern="1200" spc="113" baseline="0" dirty="0">
                <a:solidFill>
                  <a:schemeClr val="tx1">
                    <a:lumMod val="75000"/>
                    <a:lumOff val="25000"/>
                  </a:schemeClr>
                </a:solidFill>
                <a:latin typeface="+mj-lt"/>
                <a:ea typeface="+mj-ea"/>
                <a:cs typeface="+mj-cs"/>
              </a:defRPr>
            </a:lvl1pPr>
          </a:lstStyle>
          <a:p>
            <a:pPr lvl="0" rtl="0"/>
            <a:r>
              <a:rPr lang="es-ES" noProof="0"/>
              <a:t>HAGA CLIC PARA AGREGAR UN SUBTÍTULO</a:t>
            </a:r>
          </a:p>
        </p:txBody>
      </p:sp>
      <p:sp>
        <p:nvSpPr>
          <p:cNvPr id="18" name="Marcador de texto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4441372" y="2959856"/>
            <a:ext cx="4073978" cy="557950"/>
          </a:xfrm>
        </p:spPr>
        <p:txBody>
          <a:bodyPr rtlCol="0">
            <a:normAutofit/>
          </a:bodyPr>
          <a:lstStyle>
            <a:lvl1pPr marL="0" indent="0">
              <a:lnSpc>
                <a:spcPct val="100000"/>
              </a:lnSpc>
              <a:buFont typeface="Arial" panose="020B0604020202020204" pitchFamily="34" charset="0"/>
              <a:buNone/>
              <a:defRPr sz="1050">
                <a:solidFill>
                  <a:schemeClr val="tx1">
                    <a:lumMod val="75000"/>
                    <a:lumOff val="25000"/>
                  </a:schemeClr>
                </a:solidFill>
              </a:defRPr>
            </a:lvl1pPr>
          </a:lstStyle>
          <a:p>
            <a:pPr lvl="0" rtl="0"/>
            <a:r>
              <a:rPr lang="es-ES" noProof="0"/>
              <a:t>Haga clic para agregar texto</a:t>
            </a:r>
          </a:p>
        </p:txBody>
      </p:sp>
      <p:sp>
        <p:nvSpPr>
          <p:cNvPr id="19" name="Marcador de texto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4441691" y="3730228"/>
            <a:ext cx="4074903" cy="365125"/>
          </a:xfrm>
        </p:spPr>
        <p:txBody>
          <a:bodyPr rtlCol="0">
            <a:normAutofit/>
          </a:bodyPr>
          <a:lstStyle>
            <a:lvl1pPr marL="0" indent="0">
              <a:buNone/>
              <a:defRPr lang="en-US" sz="1500" kern="1200" spc="113" baseline="0" dirty="0">
                <a:solidFill>
                  <a:schemeClr val="tx1">
                    <a:lumMod val="75000"/>
                    <a:lumOff val="25000"/>
                  </a:schemeClr>
                </a:solidFill>
                <a:latin typeface="+mj-lt"/>
                <a:ea typeface="+mj-ea"/>
                <a:cs typeface="+mj-cs"/>
              </a:defRPr>
            </a:lvl1pPr>
          </a:lstStyle>
          <a:p>
            <a:pPr lvl="0" rtl="0"/>
            <a:r>
              <a:rPr lang="es-ES" noProof="0"/>
              <a:t>HAGA CLIC PARA AGREGAR UN SUBTÍTULO</a:t>
            </a:r>
          </a:p>
        </p:txBody>
      </p:sp>
      <p:sp>
        <p:nvSpPr>
          <p:cNvPr id="20" name="Marcador de texto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4441372" y="4059652"/>
            <a:ext cx="4073978" cy="557950"/>
          </a:xfrm>
        </p:spPr>
        <p:txBody>
          <a:bodyPr rtlCol="0">
            <a:normAutofit/>
          </a:bodyPr>
          <a:lstStyle>
            <a:lvl1pPr marL="0" indent="0">
              <a:lnSpc>
                <a:spcPct val="100000"/>
              </a:lnSpc>
              <a:buFont typeface="Arial" panose="020B0604020202020204" pitchFamily="34" charset="0"/>
              <a:buNone/>
              <a:defRPr sz="1050">
                <a:solidFill>
                  <a:schemeClr val="tx1">
                    <a:lumMod val="75000"/>
                    <a:lumOff val="25000"/>
                  </a:schemeClr>
                </a:solidFill>
              </a:defRPr>
            </a:lvl1pPr>
          </a:lstStyle>
          <a:p>
            <a:pPr lvl="0" rtl="0"/>
            <a:r>
              <a:rPr lang="es-ES" noProof="0"/>
              <a:t>Haga clic para agregar texto</a:t>
            </a:r>
          </a:p>
        </p:txBody>
      </p:sp>
      <p:sp>
        <p:nvSpPr>
          <p:cNvPr id="23" name="Marcador de texto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4440080" y="4830025"/>
            <a:ext cx="4074903" cy="365125"/>
          </a:xfrm>
        </p:spPr>
        <p:txBody>
          <a:bodyPr rtlCol="0">
            <a:normAutofit/>
          </a:bodyPr>
          <a:lstStyle>
            <a:lvl1pPr marL="0" indent="0">
              <a:buNone/>
              <a:defRPr lang="en-US" sz="1500" kern="1200" spc="113" baseline="0" dirty="0">
                <a:solidFill>
                  <a:schemeClr val="tx1">
                    <a:lumMod val="75000"/>
                    <a:lumOff val="25000"/>
                  </a:schemeClr>
                </a:solidFill>
                <a:latin typeface="+mj-lt"/>
                <a:ea typeface="+mj-ea"/>
                <a:cs typeface="+mj-cs"/>
              </a:defRPr>
            </a:lvl1pPr>
          </a:lstStyle>
          <a:p>
            <a:pPr lvl="0" rtl="0"/>
            <a:r>
              <a:rPr lang="es-ES" noProof="0"/>
              <a:t>HAGA CLIC PARA AGREGAR UN SUBTÍTULO</a:t>
            </a:r>
          </a:p>
        </p:txBody>
      </p:sp>
      <p:sp>
        <p:nvSpPr>
          <p:cNvPr id="24" name="Marcador de texto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4439761" y="5159449"/>
            <a:ext cx="4073978" cy="557950"/>
          </a:xfrm>
        </p:spPr>
        <p:txBody>
          <a:bodyPr rtlCol="0">
            <a:normAutofit/>
          </a:bodyPr>
          <a:lstStyle>
            <a:lvl1pPr marL="0" indent="0">
              <a:lnSpc>
                <a:spcPct val="100000"/>
              </a:lnSpc>
              <a:buFont typeface="Arial" panose="020B0604020202020204" pitchFamily="34" charset="0"/>
              <a:buNone/>
              <a:defRPr sz="1050">
                <a:solidFill>
                  <a:schemeClr val="tx1">
                    <a:lumMod val="75000"/>
                    <a:lumOff val="25000"/>
                  </a:schemeClr>
                </a:solidFill>
              </a:defRPr>
            </a:lvl1pPr>
          </a:lstStyle>
          <a:p>
            <a:pPr lvl="0" rtl="0"/>
            <a:r>
              <a:rPr lang="es-ES" noProof="0"/>
              <a:t>Haga clic para agregar texto</a:t>
            </a:r>
          </a:p>
        </p:txBody>
      </p:sp>
      <p:sp>
        <p:nvSpPr>
          <p:cNvPr id="3" name="Marcador de fecha 2">
            <a:extLst>
              <a:ext uri="{FF2B5EF4-FFF2-40B4-BE49-F238E27FC236}">
                <a16:creationId xmlns:a16="http://schemas.microsoft.com/office/drawing/2014/main" id="{98EC90C5-A811-4E5C-ADD1-A89DB4E94DAA}"/>
              </a:ext>
            </a:extLst>
          </p:cNvPr>
          <p:cNvSpPr>
            <a:spLocks noGrp="1"/>
          </p:cNvSpPr>
          <p:nvPr>
            <p:ph type="dt" sz="half" idx="20"/>
          </p:nvPr>
        </p:nvSpPr>
        <p:spPr>
          <a:xfrm>
            <a:off x="4439760" y="6356351"/>
            <a:ext cx="710637" cy="365125"/>
          </a:xfrm>
        </p:spPr>
        <p:txBody>
          <a:bodyPr rtlCol="0"/>
          <a:lstStyle>
            <a:lvl1pPr>
              <a:defRPr sz="675"/>
            </a:lvl1pPr>
          </a:lstStyle>
          <a:p>
            <a:pPr rtl="0"/>
            <a:r>
              <a:rPr lang="es-ES" noProof="0"/>
              <a:t>20XX</a:t>
            </a:r>
          </a:p>
        </p:txBody>
      </p:sp>
      <p:sp>
        <p:nvSpPr>
          <p:cNvPr id="4" name="Marcador de pie de página 3">
            <a:extLst>
              <a:ext uri="{FF2B5EF4-FFF2-40B4-BE49-F238E27FC236}">
                <a16:creationId xmlns:a16="http://schemas.microsoft.com/office/drawing/2014/main" id="{3356B621-AE19-45D3-B25F-23256C242DDD}"/>
              </a:ext>
            </a:extLst>
          </p:cNvPr>
          <p:cNvSpPr>
            <a:spLocks noGrp="1"/>
          </p:cNvSpPr>
          <p:nvPr>
            <p:ph type="ftr" sz="quarter" idx="21"/>
          </p:nvPr>
        </p:nvSpPr>
        <p:spPr>
          <a:xfrm>
            <a:off x="5371466" y="6356351"/>
            <a:ext cx="2432957" cy="365125"/>
          </a:xfrm>
        </p:spPr>
        <p:txBody>
          <a:bodyPr rtlCol="0"/>
          <a:lstStyle>
            <a:lvl1pPr>
              <a:defRPr sz="675"/>
            </a:lvl1pPr>
          </a:lstStyle>
          <a:p>
            <a:pPr rtl="0"/>
            <a:r>
              <a:rPr lang="es-ES" noProof="0"/>
              <a:t>Presentación para inversores</a:t>
            </a:r>
          </a:p>
        </p:txBody>
      </p:sp>
      <p:sp>
        <p:nvSpPr>
          <p:cNvPr id="5" name="Marcador de número de diapositiva 4">
            <a:extLst>
              <a:ext uri="{FF2B5EF4-FFF2-40B4-BE49-F238E27FC236}">
                <a16:creationId xmlns:a16="http://schemas.microsoft.com/office/drawing/2014/main" id="{158BDCB2-D8C3-4571-8154-76BEA9AE41A8}"/>
              </a:ext>
            </a:extLst>
          </p:cNvPr>
          <p:cNvSpPr>
            <a:spLocks noGrp="1"/>
          </p:cNvSpPr>
          <p:nvPr>
            <p:ph type="sldNum" sz="quarter" idx="22"/>
          </p:nvPr>
        </p:nvSpPr>
        <p:spPr>
          <a:xfrm>
            <a:off x="8025493" y="6356351"/>
            <a:ext cx="489857" cy="365125"/>
          </a:xfrm>
        </p:spPr>
        <p:txBody>
          <a:bodyPr rtlCol="0"/>
          <a:lstStyle>
            <a:lvl1pPr>
              <a:defRPr sz="675"/>
            </a:lvl1pPr>
          </a:lstStyle>
          <a:p>
            <a:pPr rtl="0"/>
            <a:fld id="{B5CEABB6-07DC-46E8-9B57-56EC44A396E5}" type="slidenum">
              <a:rPr lang="es-ES" noProof="0" smtClean="0"/>
              <a:pPr rtl="0"/>
              <a:t>‹Nº›</a:t>
            </a:fld>
            <a:endParaRPr lang="es-ES" noProof="0"/>
          </a:p>
        </p:txBody>
      </p:sp>
      <p:pic>
        <p:nvPicPr>
          <p:cNvPr id="2" name="Gráfico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3522" y="-1"/>
            <a:ext cx="3672551"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ción">
    <p:bg>
      <p:bgPr>
        <a:solidFill>
          <a:schemeClr val="accent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A3821F-4537-4AE7-8829-C2E3AE60F6E1}"/>
              </a:ext>
            </a:extLst>
          </p:cNvPr>
          <p:cNvSpPr>
            <a:spLocks noGrp="1"/>
          </p:cNvSpPr>
          <p:nvPr>
            <p:ph type="title" hasCustomPrompt="1"/>
          </p:nvPr>
        </p:nvSpPr>
        <p:spPr>
          <a:xfrm>
            <a:off x="1021556" y="1671639"/>
            <a:ext cx="3833813" cy="1204912"/>
          </a:xfrm>
        </p:spPr>
        <p:txBody>
          <a:bodyPr rtlCol="0" anchor="b">
            <a:normAutofit/>
          </a:bodyPr>
          <a:lstStyle>
            <a:lvl1pPr>
              <a:defRPr lang="en-US" sz="2100" kern="1200" spc="113" baseline="0" dirty="0">
                <a:solidFill>
                  <a:schemeClr val="tx1">
                    <a:lumMod val="75000"/>
                    <a:lumOff val="25000"/>
                  </a:schemeClr>
                </a:solidFill>
                <a:latin typeface="+mj-lt"/>
                <a:ea typeface="+mj-ea"/>
                <a:cs typeface="+mj-cs"/>
              </a:defRPr>
            </a:lvl1pPr>
          </a:lstStyle>
          <a:p>
            <a:pPr rtl="0"/>
            <a:r>
              <a:rPr lang="es-ES" noProof="0"/>
              <a:t>HAGA CLIC PARA EDITAR EL ESTILO DEL TÍTULO DEL PATRÓN</a:t>
            </a:r>
          </a:p>
        </p:txBody>
      </p:sp>
      <p:sp>
        <p:nvSpPr>
          <p:cNvPr id="3" name="Marcador de texto 2">
            <a:extLst>
              <a:ext uri="{FF2B5EF4-FFF2-40B4-BE49-F238E27FC236}">
                <a16:creationId xmlns:a16="http://schemas.microsoft.com/office/drawing/2014/main" id="{92FD4279-EA62-4397-878A-73F4948DB176}"/>
              </a:ext>
            </a:extLst>
          </p:cNvPr>
          <p:cNvSpPr>
            <a:spLocks noGrp="1"/>
          </p:cNvSpPr>
          <p:nvPr>
            <p:ph type="body" idx="1"/>
          </p:nvPr>
        </p:nvSpPr>
        <p:spPr>
          <a:xfrm>
            <a:off x="1021556" y="3660774"/>
            <a:ext cx="3833813" cy="1525588"/>
          </a:xfrm>
        </p:spPr>
        <p:txBody>
          <a:bodyPr rtlCol="0">
            <a:normAutofit/>
          </a:bodyPr>
          <a:lstStyle>
            <a:lvl1pPr marL="0" indent="0">
              <a:lnSpc>
                <a:spcPct val="100000"/>
              </a:lnSpc>
              <a:buNone/>
              <a:defRPr sz="1050" spc="38" baseline="0">
                <a:solidFill>
                  <a:schemeClr val="tx1">
                    <a:lumMod val="75000"/>
                    <a:lumOff val="2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rtl="0"/>
            <a:r>
              <a:rPr lang="es-ES" noProof="0"/>
              <a:t>Haga clic para modificar los estilos de texto del patrón</a:t>
            </a:r>
          </a:p>
        </p:txBody>
      </p:sp>
      <p:cxnSp>
        <p:nvCxnSpPr>
          <p:cNvPr id="14" name="Conector recto 13">
            <a:extLst>
              <a:ext uri="{FF2B5EF4-FFF2-40B4-BE49-F238E27FC236}">
                <a16:creationId xmlns:a16="http://schemas.microsoft.com/office/drawing/2014/main" id="{49FBD260-5143-4B12-B9F8-33E48D548909}"/>
              </a:ext>
            </a:extLst>
          </p:cNvPr>
          <p:cNvCxnSpPr/>
          <p:nvPr/>
        </p:nvCxnSpPr>
        <p:spPr>
          <a:xfrm>
            <a:off x="6822282" y="1497012"/>
            <a:ext cx="2321719"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D87F08D6-2CA7-4A5A-BE34-07113DCA535D}"/>
              </a:ext>
            </a:extLst>
          </p:cNvPr>
          <p:cNvCxnSpPr/>
          <p:nvPr/>
        </p:nvCxnSpPr>
        <p:spPr>
          <a:xfrm flipH="1">
            <a:off x="5214937" y="-25401"/>
            <a:ext cx="2843213"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Marcador de fecha 6">
            <a:extLst>
              <a:ext uri="{FF2B5EF4-FFF2-40B4-BE49-F238E27FC236}">
                <a16:creationId xmlns:a16="http://schemas.microsoft.com/office/drawing/2014/main" id="{70146B66-4F07-44BE-8AAB-48EA5170DA81}"/>
              </a:ext>
            </a:extLst>
          </p:cNvPr>
          <p:cNvSpPr>
            <a:spLocks noGrp="1"/>
          </p:cNvSpPr>
          <p:nvPr>
            <p:ph type="dt" sz="half" idx="10"/>
          </p:nvPr>
        </p:nvSpPr>
        <p:spPr>
          <a:xfrm>
            <a:off x="628650" y="6356351"/>
            <a:ext cx="2057400" cy="365125"/>
          </a:xfrm>
        </p:spPr>
        <p:txBody>
          <a:bodyPr rtlCol="0"/>
          <a:lstStyle>
            <a:lvl1pPr>
              <a:defRPr sz="675"/>
            </a:lvl1pPr>
          </a:lstStyle>
          <a:p>
            <a:pPr rtl="0"/>
            <a:r>
              <a:rPr lang="es-ES" noProof="0"/>
              <a:t>20XX</a:t>
            </a:r>
          </a:p>
        </p:txBody>
      </p:sp>
      <p:sp>
        <p:nvSpPr>
          <p:cNvPr id="10" name="Marcador de pie de página 7">
            <a:extLst>
              <a:ext uri="{FF2B5EF4-FFF2-40B4-BE49-F238E27FC236}">
                <a16:creationId xmlns:a16="http://schemas.microsoft.com/office/drawing/2014/main" id="{3A927BE5-2F4C-4EBD-9093-C4ED6E3025B1}"/>
              </a:ext>
            </a:extLst>
          </p:cNvPr>
          <p:cNvSpPr>
            <a:spLocks noGrp="1"/>
          </p:cNvSpPr>
          <p:nvPr>
            <p:ph type="ftr" sz="quarter" idx="11"/>
          </p:nvPr>
        </p:nvSpPr>
        <p:spPr>
          <a:xfrm>
            <a:off x="3918348" y="6356351"/>
            <a:ext cx="1307306" cy="365125"/>
          </a:xfrm>
        </p:spPr>
        <p:txBody>
          <a:bodyPr rtlCol="0"/>
          <a:lstStyle>
            <a:lvl1pPr>
              <a:defRPr sz="675"/>
            </a:lvl1pPr>
          </a:lstStyle>
          <a:p>
            <a:pPr rtl="0"/>
            <a:r>
              <a:rPr lang="es-ES" noProof="0"/>
              <a:t>Presentación para inversores</a:t>
            </a:r>
          </a:p>
        </p:txBody>
      </p:sp>
      <p:sp>
        <p:nvSpPr>
          <p:cNvPr id="11" name="Marcador de número de diapositiva 8">
            <a:extLst>
              <a:ext uri="{FF2B5EF4-FFF2-40B4-BE49-F238E27FC236}">
                <a16:creationId xmlns:a16="http://schemas.microsoft.com/office/drawing/2014/main" id="{C4C1336B-CF5E-42FF-80E8-7D33A2D64E17}"/>
              </a:ext>
            </a:extLst>
          </p:cNvPr>
          <p:cNvSpPr>
            <a:spLocks noGrp="1"/>
          </p:cNvSpPr>
          <p:nvPr>
            <p:ph type="sldNum" sz="quarter" idx="12"/>
          </p:nvPr>
        </p:nvSpPr>
        <p:spPr>
          <a:xfrm>
            <a:off x="6457950" y="6356351"/>
            <a:ext cx="2057400" cy="365125"/>
          </a:xfrm>
        </p:spPr>
        <p:txBody>
          <a:bodyPr rtlCol="0"/>
          <a:lstStyle>
            <a:lvl1pPr>
              <a:defRPr sz="675"/>
            </a:lvl1pPr>
          </a:lstStyle>
          <a:p>
            <a:pPr rtl="0"/>
            <a:fld id="{B5CEABB6-07DC-46E8-9B57-56EC44A396E5}" type="slidenum">
              <a:rPr lang="es-ES" noProof="0" smtClean="0"/>
              <a:t>‹Nº›</a:t>
            </a:fld>
            <a:endParaRPr lang="es-ES" noProof="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alto de sección">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5243512" y="2571236"/>
            <a:ext cx="3134678" cy="1715531"/>
          </a:xfrm>
        </p:spPr>
        <p:txBody>
          <a:bodyPr rtlCol="0" anchor="ctr">
            <a:noAutofit/>
          </a:bodyPr>
          <a:lstStyle>
            <a:lvl1pPr algn="l">
              <a:defRPr sz="2700" spc="113" baseline="0">
                <a:solidFill>
                  <a:schemeClr val="tx1">
                    <a:lumMod val="75000"/>
                    <a:lumOff val="25000"/>
                  </a:schemeClr>
                </a:solidFill>
              </a:defRPr>
            </a:lvl1pPr>
          </a:lstStyle>
          <a:p>
            <a:pPr rtl="0"/>
            <a:r>
              <a:rPr lang="es-ES" noProof="0"/>
              <a:t>HAGA CLIC PARA MODIFICAR EL ESTILO DEL TÍTULO MAESTRO</a:t>
            </a:r>
          </a:p>
        </p:txBody>
      </p:sp>
      <p:pic>
        <p:nvPicPr>
          <p:cNvPr id="5" name="Gráfico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4407694"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ita">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4186238" cy="6858000"/>
          </a:xfrm>
          <a:prstGeom prst="rect">
            <a:avLst/>
          </a:prstGeom>
        </p:spPr>
      </p:pic>
      <p:sp>
        <p:nvSpPr>
          <p:cNvPr id="2" name="Título 1">
            <a:extLst>
              <a:ext uri="{FF2B5EF4-FFF2-40B4-BE49-F238E27FC236}">
                <a16:creationId xmlns:a16="http://schemas.microsoft.com/office/drawing/2014/main" id="{C2FF67A8-55FA-435D-A18C-96D63D22B53E}"/>
              </a:ext>
            </a:extLst>
          </p:cNvPr>
          <p:cNvSpPr>
            <a:spLocks noGrp="1"/>
          </p:cNvSpPr>
          <p:nvPr>
            <p:ph type="title" hasCustomPrompt="1"/>
          </p:nvPr>
        </p:nvSpPr>
        <p:spPr>
          <a:xfrm>
            <a:off x="4440127" y="1152772"/>
            <a:ext cx="4073978" cy="846301"/>
          </a:xfrm>
        </p:spPr>
        <p:txBody>
          <a:bodyPr rtlCol="0" anchor="t">
            <a:normAutofit/>
          </a:bodyPr>
          <a:lstStyle>
            <a:lvl1pPr>
              <a:defRPr lang="en-US" sz="2100" kern="1200" cap="all" spc="113" baseline="0" dirty="0">
                <a:solidFill>
                  <a:schemeClr val="tx1">
                    <a:lumMod val="75000"/>
                    <a:lumOff val="25000"/>
                  </a:schemeClr>
                </a:solidFill>
                <a:latin typeface="+mj-lt"/>
                <a:ea typeface="+mj-ea"/>
                <a:cs typeface="+mj-cs"/>
              </a:defRPr>
            </a:lvl1pPr>
          </a:lstStyle>
          <a:p>
            <a:pPr rtl="0"/>
            <a:r>
              <a:rPr lang="es-ES" noProof="0"/>
              <a:t>HAGA CLIC PARA EDITAR EL ESTILO DEL TÍTULO DEL PATRÓN</a:t>
            </a:r>
          </a:p>
        </p:txBody>
      </p:sp>
      <p:cxnSp>
        <p:nvCxnSpPr>
          <p:cNvPr id="9" name="Conector recto 8">
            <a:extLst>
              <a:ext uri="{FF2B5EF4-FFF2-40B4-BE49-F238E27FC236}">
                <a16:creationId xmlns:a16="http://schemas.microsoft.com/office/drawing/2014/main" id="{BDAC7E4E-FE06-4E90-8107-6B543E5515ED}"/>
              </a:ext>
            </a:extLst>
          </p:cNvPr>
          <p:cNvCxnSpPr/>
          <p:nvPr/>
        </p:nvCxnSpPr>
        <p:spPr>
          <a:xfrm flipV="1">
            <a:off x="1657350" y="0"/>
            <a:ext cx="18288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Marcador de texto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4441691" y="2469516"/>
            <a:ext cx="4074903" cy="365125"/>
          </a:xfrm>
        </p:spPr>
        <p:txBody>
          <a:bodyPr rtlCol="0">
            <a:normAutofit/>
          </a:bodyPr>
          <a:lstStyle>
            <a:lvl1pPr marL="0" indent="0">
              <a:buNone/>
              <a:defRPr lang="en-US" sz="1500" kern="1200" cap="all" spc="113" baseline="0" dirty="0">
                <a:solidFill>
                  <a:schemeClr val="tx1">
                    <a:lumMod val="75000"/>
                    <a:lumOff val="25000"/>
                  </a:schemeClr>
                </a:solidFill>
                <a:latin typeface="+mj-lt"/>
                <a:ea typeface="+mj-ea"/>
                <a:cs typeface="+mj-cs"/>
              </a:defRPr>
            </a:lvl1pPr>
          </a:lstStyle>
          <a:p>
            <a:pPr lvl="0" rtl="0"/>
            <a:r>
              <a:rPr lang="es-ES" noProof="0"/>
              <a:t>HAGA CLIC PARA AGREGAR UN SUBTÍTULO</a:t>
            </a:r>
          </a:p>
        </p:txBody>
      </p:sp>
      <p:sp>
        <p:nvSpPr>
          <p:cNvPr id="12" name="Marcador de texto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4441372" y="2798940"/>
            <a:ext cx="4073978" cy="557950"/>
          </a:xfrm>
        </p:spPr>
        <p:txBody>
          <a:bodyPr rtlCol="0">
            <a:normAutofit/>
          </a:bodyPr>
          <a:lstStyle>
            <a:lvl1pPr marL="0" indent="0">
              <a:lnSpc>
                <a:spcPct val="100000"/>
              </a:lnSpc>
              <a:buFont typeface="Arial" panose="020B0604020202020204" pitchFamily="34" charset="0"/>
              <a:buNone/>
              <a:defRPr sz="1050">
                <a:solidFill>
                  <a:schemeClr val="tx1">
                    <a:lumMod val="75000"/>
                    <a:lumOff val="25000"/>
                  </a:schemeClr>
                </a:solidFill>
              </a:defRPr>
            </a:lvl1pPr>
          </a:lstStyle>
          <a:p>
            <a:pPr lvl="0" rtl="0"/>
            <a:r>
              <a:rPr lang="es-ES" noProof="0"/>
              <a:t>Haga clic para agregar texto</a:t>
            </a:r>
          </a:p>
        </p:txBody>
      </p:sp>
      <p:sp>
        <p:nvSpPr>
          <p:cNvPr id="13" name="Marcador de texto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4441691" y="3569311"/>
            <a:ext cx="4074903" cy="365125"/>
          </a:xfrm>
        </p:spPr>
        <p:txBody>
          <a:bodyPr rtlCol="0">
            <a:normAutofit/>
          </a:bodyPr>
          <a:lstStyle>
            <a:lvl1pPr marL="0" indent="0">
              <a:buNone/>
              <a:defRPr lang="en-US" sz="1500" kern="1200" cap="all" spc="113" baseline="0" dirty="0">
                <a:solidFill>
                  <a:schemeClr val="tx1">
                    <a:lumMod val="75000"/>
                    <a:lumOff val="25000"/>
                  </a:schemeClr>
                </a:solidFill>
                <a:latin typeface="+mj-lt"/>
                <a:ea typeface="+mj-ea"/>
                <a:cs typeface="+mj-cs"/>
              </a:defRPr>
            </a:lvl1pPr>
          </a:lstStyle>
          <a:p>
            <a:pPr lvl="0" rtl="0"/>
            <a:r>
              <a:rPr lang="es-ES" noProof="0"/>
              <a:t>HAGA CLIC PARA AGREGAR UN SUBTÍTULO</a:t>
            </a:r>
          </a:p>
        </p:txBody>
      </p:sp>
      <p:sp>
        <p:nvSpPr>
          <p:cNvPr id="14" name="Marcador de texto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4441372" y="3898736"/>
            <a:ext cx="4073978" cy="557950"/>
          </a:xfrm>
        </p:spPr>
        <p:txBody>
          <a:bodyPr rtlCol="0">
            <a:normAutofit/>
          </a:bodyPr>
          <a:lstStyle>
            <a:lvl1pPr marL="0" indent="0">
              <a:lnSpc>
                <a:spcPct val="100000"/>
              </a:lnSpc>
              <a:buFont typeface="Arial" panose="020B0604020202020204" pitchFamily="34" charset="0"/>
              <a:buNone/>
              <a:defRPr sz="1050">
                <a:solidFill>
                  <a:schemeClr val="tx1">
                    <a:lumMod val="75000"/>
                    <a:lumOff val="25000"/>
                  </a:schemeClr>
                </a:solidFill>
              </a:defRPr>
            </a:lvl1pPr>
          </a:lstStyle>
          <a:p>
            <a:pPr lvl="0" rtl="0"/>
            <a:r>
              <a:rPr lang="es-ES" noProof="0"/>
              <a:t>Haga clic para agregar texto</a:t>
            </a:r>
          </a:p>
        </p:txBody>
      </p:sp>
      <p:sp>
        <p:nvSpPr>
          <p:cNvPr id="15" name="Marcador de texto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4441691" y="4669108"/>
            <a:ext cx="4074903" cy="365125"/>
          </a:xfrm>
        </p:spPr>
        <p:txBody>
          <a:bodyPr rtlCol="0">
            <a:normAutofit/>
          </a:bodyPr>
          <a:lstStyle>
            <a:lvl1pPr marL="0" indent="0">
              <a:buNone/>
              <a:defRPr lang="en-US" sz="1500" kern="1200" cap="all" spc="113" baseline="0" dirty="0">
                <a:solidFill>
                  <a:schemeClr val="tx1">
                    <a:lumMod val="75000"/>
                    <a:lumOff val="25000"/>
                  </a:schemeClr>
                </a:solidFill>
                <a:latin typeface="+mj-lt"/>
                <a:ea typeface="+mj-ea"/>
                <a:cs typeface="+mj-cs"/>
              </a:defRPr>
            </a:lvl1pPr>
          </a:lstStyle>
          <a:p>
            <a:pPr lvl="0" rtl="0"/>
            <a:r>
              <a:rPr lang="es-ES" noProof="0"/>
              <a:t>HAGA CLIC PARA AGREGAR UN SUBTÍTULO</a:t>
            </a:r>
          </a:p>
        </p:txBody>
      </p:sp>
      <p:sp>
        <p:nvSpPr>
          <p:cNvPr id="16" name="Marcador de texto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4441372" y="4998532"/>
            <a:ext cx="4073978" cy="557950"/>
          </a:xfrm>
        </p:spPr>
        <p:txBody>
          <a:bodyPr rtlCol="0">
            <a:normAutofit/>
          </a:bodyPr>
          <a:lstStyle>
            <a:lvl1pPr marL="0" indent="0">
              <a:lnSpc>
                <a:spcPct val="100000"/>
              </a:lnSpc>
              <a:buFont typeface="Arial" panose="020B0604020202020204" pitchFamily="34" charset="0"/>
              <a:buNone/>
              <a:defRPr sz="1050">
                <a:solidFill>
                  <a:schemeClr val="tx1">
                    <a:lumMod val="75000"/>
                    <a:lumOff val="25000"/>
                  </a:schemeClr>
                </a:solidFill>
              </a:defRPr>
            </a:lvl1pPr>
          </a:lstStyle>
          <a:p>
            <a:pPr lvl="0" rtl="0"/>
            <a:r>
              <a:rPr lang="es-ES" noProof="0"/>
              <a:t>Haga clic para agregar texto</a:t>
            </a:r>
          </a:p>
        </p:txBody>
      </p:sp>
      <p:sp>
        <p:nvSpPr>
          <p:cNvPr id="17" name="Marcador de fecha 2">
            <a:extLst>
              <a:ext uri="{FF2B5EF4-FFF2-40B4-BE49-F238E27FC236}">
                <a16:creationId xmlns:a16="http://schemas.microsoft.com/office/drawing/2014/main" id="{1E25EFF1-65C7-4F93-8740-46885C6BEA57}"/>
              </a:ext>
            </a:extLst>
          </p:cNvPr>
          <p:cNvSpPr>
            <a:spLocks noGrp="1"/>
          </p:cNvSpPr>
          <p:nvPr>
            <p:ph type="dt" sz="half" idx="20"/>
          </p:nvPr>
        </p:nvSpPr>
        <p:spPr>
          <a:xfrm>
            <a:off x="4439760" y="6356351"/>
            <a:ext cx="710637" cy="365125"/>
          </a:xfrm>
        </p:spPr>
        <p:txBody>
          <a:bodyPr rtlCol="0"/>
          <a:lstStyle>
            <a:lvl1pPr>
              <a:defRPr sz="675"/>
            </a:lvl1pPr>
          </a:lstStyle>
          <a:p>
            <a:pPr rtl="0"/>
            <a:r>
              <a:rPr lang="es-ES" noProof="0"/>
              <a:t>20XX</a:t>
            </a:r>
          </a:p>
        </p:txBody>
      </p:sp>
      <p:sp>
        <p:nvSpPr>
          <p:cNvPr id="18" name="Marcador de pie de página 3">
            <a:extLst>
              <a:ext uri="{FF2B5EF4-FFF2-40B4-BE49-F238E27FC236}">
                <a16:creationId xmlns:a16="http://schemas.microsoft.com/office/drawing/2014/main" id="{C16D80BF-B599-4FC0-ABD5-98777872FE5F}"/>
              </a:ext>
            </a:extLst>
          </p:cNvPr>
          <p:cNvSpPr>
            <a:spLocks noGrp="1"/>
          </p:cNvSpPr>
          <p:nvPr>
            <p:ph type="ftr" sz="quarter" idx="21"/>
          </p:nvPr>
        </p:nvSpPr>
        <p:spPr>
          <a:xfrm>
            <a:off x="5371466" y="6356351"/>
            <a:ext cx="2432957" cy="365125"/>
          </a:xfrm>
        </p:spPr>
        <p:txBody>
          <a:bodyPr rtlCol="0"/>
          <a:lstStyle>
            <a:lvl1pPr>
              <a:defRPr sz="675"/>
            </a:lvl1pPr>
          </a:lstStyle>
          <a:p>
            <a:pPr rtl="0"/>
            <a:r>
              <a:rPr lang="es-ES" noProof="0"/>
              <a:t>Presentación para inversores</a:t>
            </a:r>
          </a:p>
        </p:txBody>
      </p:sp>
      <p:sp>
        <p:nvSpPr>
          <p:cNvPr id="19" name="Marcador de número de diapositiva 4">
            <a:extLst>
              <a:ext uri="{FF2B5EF4-FFF2-40B4-BE49-F238E27FC236}">
                <a16:creationId xmlns:a16="http://schemas.microsoft.com/office/drawing/2014/main" id="{F64421B1-FF90-4939-90BD-8206DE5036D0}"/>
              </a:ext>
            </a:extLst>
          </p:cNvPr>
          <p:cNvSpPr>
            <a:spLocks noGrp="1"/>
          </p:cNvSpPr>
          <p:nvPr>
            <p:ph type="sldNum" sz="quarter" idx="22"/>
          </p:nvPr>
        </p:nvSpPr>
        <p:spPr>
          <a:xfrm>
            <a:off x="8025493" y="6356351"/>
            <a:ext cx="489857" cy="365125"/>
          </a:xfrm>
        </p:spPr>
        <p:txBody>
          <a:bodyPr rtlCol="0"/>
          <a:lstStyle>
            <a:lvl1pPr>
              <a:defRPr sz="675"/>
            </a:lvl1pPr>
          </a:lstStyle>
          <a:p>
            <a:pPr rtl="0"/>
            <a:fld id="{B5CEABB6-07DC-46E8-9B57-56EC44A396E5}" type="slidenum">
              <a:rPr lang="es-ES" noProof="0" smtClean="0"/>
              <a:pPr rtl="0"/>
              <a:t>‹Nº›</a:t>
            </a:fld>
            <a:endParaRPr lang="es-ES" noProof="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ido tres">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413867" y="892178"/>
            <a:ext cx="6316266" cy="1325563"/>
          </a:xfrm>
        </p:spPr>
        <p:txBody>
          <a:bodyPr rtlCol="0">
            <a:normAutofit/>
          </a:bodyPr>
          <a:lstStyle>
            <a:lvl1pPr algn="ctr">
              <a:defRPr lang="en-US" sz="2100" kern="1200" cap="all" spc="113" baseline="0" dirty="0">
                <a:solidFill>
                  <a:schemeClr val="tx1">
                    <a:lumMod val="75000"/>
                    <a:lumOff val="25000"/>
                  </a:schemeClr>
                </a:solidFill>
                <a:latin typeface="+mj-lt"/>
                <a:ea typeface="+mj-ea"/>
                <a:cs typeface="+mj-cs"/>
              </a:defRPr>
            </a:lvl1pPr>
          </a:lstStyle>
          <a:p>
            <a:pPr rtl="0"/>
            <a:r>
              <a:rPr lang="es-ES" noProof="0"/>
              <a:t>HAGA CLIC PARA EDITAR EL ESTILO DEL TÍTULO DEL PATRÓN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932329" y="2776936"/>
            <a:ext cx="2161856" cy="823912"/>
          </a:xfrm>
        </p:spPr>
        <p:txBody>
          <a:bodyPr rtlCol="0" anchor="b">
            <a:noAutofit/>
          </a:bodyPr>
          <a:lstStyle>
            <a:lvl1pPr marL="0" indent="0">
              <a:buNone/>
              <a:defRPr lang="en-US" sz="1500" kern="1200" cap="all"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 EL TEXTO MAESTRO</a:t>
            </a:r>
          </a:p>
        </p:txBody>
      </p:sp>
      <p:sp>
        <p:nvSpPr>
          <p:cNvPr id="4" name="Marcador de contenido 3">
            <a:extLst>
              <a:ext uri="{FF2B5EF4-FFF2-40B4-BE49-F238E27FC236}">
                <a16:creationId xmlns:a16="http://schemas.microsoft.com/office/drawing/2014/main" id="{AC9B20CF-6B91-4562-B799-0ABDAEBC0D2A}"/>
              </a:ext>
            </a:extLst>
          </p:cNvPr>
          <p:cNvSpPr>
            <a:spLocks noGrp="1"/>
          </p:cNvSpPr>
          <p:nvPr>
            <p:ph sz="half" idx="2"/>
          </p:nvPr>
        </p:nvSpPr>
        <p:spPr>
          <a:xfrm>
            <a:off x="932329" y="3834607"/>
            <a:ext cx="2161856" cy="1997867"/>
          </a:xfrm>
        </p:spPr>
        <p:txBody>
          <a:bodyPr rtlCol="0">
            <a:normAutofit/>
          </a:bodyPr>
          <a:lstStyle>
            <a:lvl1pPr marL="0" indent="0">
              <a:lnSpc>
                <a:spcPct val="100000"/>
              </a:lnSpc>
              <a:buNone/>
              <a:defRPr sz="1050" spc="38" baseline="0">
                <a:solidFill>
                  <a:schemeClr val="tx1">
                    <a:lumMod val="75000"/>
                    <a:lumOff val="25000"/>
                  </a:schemeClr>
                </a:solidFill>
              </a:defRPr>
            </a:lvl1pPr>
            <a:lvl2pPr marL="342900" indent="0">
              <a:lnSpc>
                <a:spcPct val="100000"/>
              </a:lnSpc>
              <a:buNone/>
              <a:defRPr sz="1050" spc="38" baseline="0">
                <a:solidFill>
                  <a:schemeClr val="tx1">
                    <a:lumMod val="75000"/>
                    <a:lumOff val="25000"/>
                  </a:schemeClr>
                </a:solidFill>
              </a:defRPr>
            </a:lvl2pPr>
            <a:lvl3pPr marL="685800" indent="0">
              <a:lnSpc>
                <a:spcPct val="100000"/>
              </a:lnSpc>
              <a:buNone/>
              <a:defRPr sz="1050" spc="38" baseline="0">
                <a:solidFill>
                  <a:schemeClr val="tx1">
                    <a:lumMod val="75000"/>
                    <a:lumOff val="25000"/>
                  </a:schemeClr>
                </a:solidFill>
              </a:defRPr>
            </a:lvl3pPr>
            <a:lvl4pPr marL="1028700" indent="0">
              <a:lnSpc>
                <a:spcPct val="100000"/>
              </a:lnSpc>
              <a:buNone/>
              <a:defRPr sz="1050" spc="38" baseline="0">
                <a:solidFill>
                  <a:schemeClr val="tx1">
                    <a:lumMod val="75000"/>
                    <a:lumOff val="25000"/>
                  </a:schemeClr>
                </a:solidFill>
              </a:defRPr>
            </a:lvl4pPr>
            <a:lvl5pPr marL="1371600" indent="0">
              <a:lnSpc>
                <a:spcPct val="100000"/>
              </a:lnSpc>
              <a:buNone/>
              <a:defRPr sz="1050" spc="38" baseline="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texto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485749" y="2776936"/>
            <a:ext cx="2172503" cy="823912"/>
          </a:xfrm>
        </p:spPr>
        <p:txBody>
          <a:bodyPr rtlCol="0" anchor="b">
            <a:noAutofit/>
          </a:bodyPr>
          <a:lstStyle>
            <a:lvl1pPr marL="0" indent="0">
              <a:buNone/>
              <a:defRPr lang="en-US" sz="1500" kern="1200" cap="all"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750"/>
              </a:spcBef>
              <a:buFont typeface="Arial" panose="020B0604020202020204" pitchFamily="34" charset="0"/>
              <a:buNone/>
            </a:pPr>
            <a:r>
              <a:rPr lang="es-ES" noProof="0"/>
              <a:t>HAGA CLIC PARA EDITAR EL TEXTO MAESTRO</a:t>
            </a:r>
          </a:p>
        </p:txBody>
      </p:sp>
      <p:sp>
        <p:nvSpPr>
          <p:cNvPr id="6" name="Marcador de contenido 5">
            <a:extLst>
              <a:ext uri="{FF2B5EF4-FFF2-40B4-BE49-F238E27FC236}">
                <a16:creationId xmlns:a16="http://schemas.microsoft.com/office/drawing/2014/main" id="{B36EE64B-44BF-4634-97BC-5ED74C6DF280}"/>
              </a:ext>
            </a:extLst>
          </p:cNvPr>
          <p:cNvSpPr>
            <a:spLocks noGrp="1"/>
          </p:cNvSpPr>
          <p:nvPr>
            <p:ph sz="quarter" idx="4"/>
          </p:nvPr>
        </p:nvSpPr>
        <p:spPr>
          <a:xfrm>
            <a:off x="3485749" y="3834607"/>
            <a:ext cx="2172503" cy="1997867"/>
          </a:xfrm>
        </p:spPr>
        <p:txBody>
          <a:bodyPr rtlCol="0">
            <a:normAutofit/>
          </a:bodyPr>
          <a:lstStyle>
            <a:lvl1pPr marL="0" indent="0">
              <a:lnSpc>
                <a:spcPct val="100000"/>
              </a:lnSpc>
              <a:buNone/>
              <a:defRPr sz="1050" spc="38" baseline="0">
                <a:solidFill>
                  <a:schemeClr val="tx1">
                    <a:lumMod val="75000"/>
                    <a:lumOff val="25000"/>
                  </a:schemeClr>
                </a:solidFill>
              </a:defRPr>
            </a:lvl1pPr>
            <a:lvl2pPr marL="342900" indent="0">
              <a:lnSpc>
                <a:spcPct val="100000"/>
              </a:lnSpc>
              <a:buNone/>
              <a:defRPr sz="1050" spc="38" baseline="0">
                <a:solidFill>
                  <a:schemeClr val="tx1">
                    <a:lumMod val="75000"/>
                    <a:lumOff val="25000"/>
                  </a:schemeClr>
                </a:solidFill>
              </a:defRPr>
            </a:lvl2pPr>
            <a:lvl3pPr marL="685800" indent="0">
              <a:lnSpc>
                <a:spcPct val="100000"/>
              </a:lnSpc>
              <a:buNone/>
              <a:defRPr sz="1050" spc="38" baseline="0">
                <a:solidFill>
                  <a:schemeClr val="tx1">
                    <a:lumMod val="75000"/>
                    <a:lumOff val="25000"/>
                  </a:schemeClr>
                </a:solidFill>
              </a:defRPr>
            </a:lvl3pPr>
            <a:lvl4pPr marL="1028700" indent="0">
              <a:lnSpc>
                <a:spcPct val="100000"/>
              </a:lnSpc>
              <a:buNone/>
              <a:defRPr sz="1050" spc="38" baseline="0">
                <a:solidFill>
                  <a:schemeClr val="tx1">
                    <a:lumMod val="75000"/>
                    <a:lumOff val="25000"/>
                  </a:schemeClr>
                </a:solidFill>
              </a:defRPr>
            </a:lvl4pPr>
            <a:lvl5pPr marL="1371600" indent="0">
              <a:lnSpc>
                <a:spcPct val="100000"/>
              </a:lnSpc>
              <a:buNone/>
              <a:defRPr sz="1050" spc="38" baseline="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21" name="Marcador de texto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049816" y="2776936"/>
            <a:ext cx="2161856" cy="823912"/>
          </a:xfrm>
        </p:spPr>
        <p:txBody>
          <a:bodyPr rtlCol="0" anchor="b">
            <a:noAutofit/>
          </a:bodyPr>
          <a:lstStyle>
            <a:lvl1pPr marL="0" indent="0">
              <a:buNone/>
              <a:defRPr lang="en-US" sz="1500" kern="1200" cap="all"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 EL TEXTO MAESTRO</a:t>
            </a:r>
          </a:p>
        </p:txBody>
      </p:sp>
      <p:sp>
        <p:nvSpPr>
          <p:cNvPr id="22" name="Marcador de contenido 3">
            <a:extLst>
              <a:ext uri="{FF2B5EF4-FFF2-40B4-BE49-F238E27FC236}">
                <a16:creationId xmlns:a16="http://schemas.microsoft.com/office/drawing/2014/main" id="{C464A9BD-B815-4632-8F54-6EB70E48BAFF}"/>
              </a:ext>
            </a:extLst>
          </p:cNvPr>
          <p:cNvSpPr>
            <a:spLocks noGrp="1"/>
          </p:cNvSpPr>
          <p:nvPr>
            <p:ph sz="half" idx="14"/>
          </p:nvPr>
        </p:nvSpPr>
        <p:spPr>
          <a:xfrm>
            <a:off x="6049816" y="3834607"/>
            <a:ext cx="2161856" cy="1997867"/>
          </a:xfrm>
        </p:spPr>
        <p:txBody>
          <a:bodyPr rtlCol="0">
            <a:normAutofit/>
          </a:bodyPr>
          <a:lstStyle>
            <a:lvl1pPr marL="0" indent="0">
              <a:lnSpc>
                <a:spcPct val="100000"/>
              </a:lnSpc>
              <a:buNone/>
              <a:defRPr sz="1050" spc="38" baseline="0">
                <a:solidFill>
                  <a:schemeClr val="tx1">
                    <a:lumMod val="75000"/>
                    <a:lumOff val="25000"/>
                  </a:schemeClr>
                </a:solidFill>
              </a:defRPr>
            </a:lvl1pPr>
            <a:lvl2pPr marL="342900" indent="0">
              <a:lnSpc>
                <a:spcPct val="100000"/>
              </a:lnSpc>
              <a:buNone/>
              <a:defRPr sz="1050" spc="38" baseline="0">
                <a:solidFill>
                  <a:schemeClr val="tx1">
                    <a:lumMod val="75000"/>
                    <a:lumOff val="25000"/>
                  </a:schemeClr>
                </a:solidFill>
              </a:defRPr>
            </a:lvl2pPr>
            <a:lvl3pPr marL="685800" indent="0">
              <a:lnSpc>
                <a:spcPct val="100000"/>
              </a:lnSpc>
              <a:buNone/>
              <a:defRPr sz="1050" spc="38" baseline="0">
                <a:solidFill>
                  <a:schemeClr val="tx1">
                    <a:lumMod val="75000"/>
                    <a:lumOff val="25000"/>
                  </a:schemeClr>
                </a:solidFill>
              </a:defRPr>
            </a:lvl3pPr>
            <a:lvl4pPr marL="1028700" indent="0">
              <a:lnSpc>
                <a:spcPct val="100000"/>
              </a:lnSpc>
              <a:buNone/>
              <a:defRPr sz="1050" spc="38" baseline="0">
                <a:solidFill>
                  <a:schemeClr val="tx1">
                    <a:lumMod val="75000"/>
                    <a:lumOff val="25000"/>
                  </a:schemeClr>
                </a:solidFill>
              </a:defRPr>
            </a:lvl4pPr>
            <a:lvl5pPr marL="1371600" indent="0">
              <a:lnSpc>
                <a:spcPct val="100000"/>
              </a:lnSpc>
              <a:buNone/>
              <a:defRPr sz="1050" spc="38" baseline="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675"/>
            </a:lvl1pPr>
          </a:lstStyle>
          <a:p>
            <a:pPr rtl="0"/>
            <a:r>
              <a:rPr lang="es-ES"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675"/>
            </a:lvl1pPr>
          </a:lstStyle>
          <a:p>
            <a:pPr rtl="0"/>
            <a:r>
              <a:rPr lang="es-ES" noProof="0"/>
              <a:t>Presentación para inversores</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675"/>
            </a:lvl1pPr>
          </a:lstStyle>
          <a:p>
            <a:pPr rtl="0"/>
            <a:fld id="{B5CEABB6-07DC-46E8-9B57-56EC44A396E5}" type="slidenum">
              <a:rPr lang="es-ES" noProof="0" smtClean="0"/>
              <a:t>‹Nº›</a:t>
            </a:fld>
            <a:endParaRPr lang="es-ES" noProof="0"/>
          </a:p>
        </p:txBody>
      </p:sp>
      <p:cxnSp>
        <p:nvCxnSpPr>
          <p:cNvPr id="16" name="Conector recto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928688"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1678782"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ativa de mercados">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413867" y="892178"/>
            <a:ext cx="6316266" cy="1325563"/>
          </a:xfrm>
        </p:spPr>
        <p:txBody>
          <a:bodyPr rtlCol="0">
            <a:normAutofit/>
          </a:bodyPr>
          <a:lstStyle>
            <a:lvl1pPr algn="ctr">
              <a:defRPr lang="en-US" sz="2100" kern="1200" cap="all" spc="113" baseline="0" dirty="0">
                <a:solidFill>
                  <a:schemeClr val="tx1">
                    <a:lumMod val="75000"/>
                    <a:lumOff val="25000"/>
                  </a:schemeClr>
                </a:solidFill>
                <a:latin typeface="+mj-lt"/>
                <a:ea typeface="+mj-ea"/>
                <a:cs typeface="+mj-cs"/>
              </a:defRPr>
            </a:lvl1pPr>
          </a:lstStyle>
          <a:p>
            <a:pPr rtl="0"/>
            <a:r>
              <a:rPr lang="es-ES" noProof="0"/>
              <a:t>HAGA CLIC PARA EDITAR EL ESTILO DEL TÍTULO DEL PATRÓN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47892" y="3064615"/>
            <a:ext cx="930728" cy="823912"/>
          </a:xfrm>
        </p:spPr>
        <p:txBody>
          <a:bodyPr rtlCol="0" anchor="ctr">
            <a:noAutofit/>
          </a:bodyPr>
          <a:lstStyle>
            <a:lvl1pPr marL="0" indent="0" algn="ctr">
              <a:buNone/>
              <a:defRPr lang="en-US" sz="3000" kern="1200" cap="all"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a:t>
            </a:r>
          </a:p>
        </p:txBody>
      </p:sp>
      <p:sp>
        <p:nvSpPr>
          <p:cNvPr id="23" name="Marcador de texto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4106636" y="3064615"/>
            <a:ext cx="930728" cy="823912"/>
          </a:xfrm>
        </p:spPr>
        <p:txBody>
          <a:bodyPr rtlCol="0" anchor="ctr">
            <a:noAutofit/>
          </a:bodyPr>
          <a:lstStyle>
            <a:lvl1pPr marL="0" indent="0" algn="ctr">
              <a:buNone/>
              <a:defRPr lang="en-US" sz="3000" kern="1200" cap="all"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a:t>
            </a:r>
          </a:p>
        </p:txBody>
      </p:sp>
      <p:sp>
        <p:nvSpPr>
          <p:cNvPr id="24" name="Marcador de texto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6665381" y="3064615"/>
            <a:ext cx="930728" cy="823912"/>
          </a:xfrm>
        </p:spPr>
        <p:txBody>
          <a:bodyPr rtlCol="0" anchor="ctr">
            <a:noAutofit/>
          </a:bodyPr>
          <a:lstStyle>
            <a:lvl1pPr marL="0" indent="0" algn="ctr">
              <a:buNone/>
              <a:defRPr lang="en-US" sz="3000" kern="1200" cap="all"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a:t>
            </a:r>
          </a:p>
        </p:txBody>
      </p:sp>
      <p:sp>
        <p:nvSpPr>
          <p:cNvPr id="4" name="Marcador de contenido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47274" y="4824189"/>
            <a:ext cx="2343070" cy="462927"/>
          </a:xfrm>
        </p:spPr>
        <p:txBody>
          <a:bodyPr rtlCol="0">
            <a:noAutofit/>
          </a:bodyPr>
          <a:lstStyle>
            <a:lvl1pPr marL="0" indent="0" algn="ctr">
              <a:lnSpc>
                <a:spcPct val="100000"/>
              </a:lnSpc>
              <a:buNone/>
              <a:defRPr sz="1500" cap="all" spc="38" baseline="0">
                <a:solidFill>
                  <a:schemeClr val="tx1">
                    <a:lumMod val="75000"/>
                    <a:lumOff val="25000"/>
                  </a:schemeClr>
                </a:solidFill>
              </a:defRPr>
            </a:lvl1pPr>
            <a:lvl2pPr marL="342900" indent="0">
              <a:lnSpc>
                <a:spcPct val="100000"/>
              </a:lnSpc>
              <a:buNone/>
              <a:defRPr sz="1050" spc="38" baseline="0">
                <a:solidFill>
                  <a:schemeClr val="bg1"/>
                </a:solidFill>
              </a:defRPr>
            </a:lvl2pPr>
            <a:lvl3pPr marL="685800" indent="0">
              <a:lnSpc>
                <a:spcPct val="100000"/>
              </a:lnSpc>
              <a:buNone/>
              <a:defRPr sz="1050" spc="38" baseline="0">
                <a:solidFill>
                  <a:schemeClr val="bg1"/>
                </a:solidFill>
              </a:defRPr>
            </a:lvl3pPr>
            <a:lvl4pPr marL="1028700" indent="0">
              <a:lnSpc>
                <a:spcPct val="100000"/>
              </a:lnSpc>
              <a:buNone/>
              <a:defRPr sz="1050" spc="38" baseline="0">
                <a:solidFill>
                  <a:schemeClr val="bg1"/>
                </a:solidFill>
              </a:defRPr>
            </a:lvl4pPr>
            <a:lvl5pPr marL="1371600" indent="0">
              <a:lnSpc>
                <a:spcPct val="100000"/>
              </a:lnSpc>
              <a:buNone/>
              <a:defRPr sz="1050" spc="38" baseline="0">
                <a:solidFill>
                  <a:schemeClr val="bg1"/>
                </a:solidFill>
              </a:defRPr>
            </a:lvl5pPr>
          </a:lstStyle>
          <a:p>
            <a:pPr lvl="0" rtl="0"/>
            <a:r>
              <a:rPr lang="es-ES" noProof="0"/>
              <a:t>Haga clic para editar</a:t>
            </a:r>
          </a:p>
        </p:txBody>
      </p:sp>
      <p:sp>
        <p:nvSpPr>
          <p:cNvPr id="6" name="Marcador de contenido 5">
            <a:extLst>
              <a:ext uri="{FF2B5EF4-FFF2-40B4-BE49-F238E27FC236}">
                <a16:creationId xmlns:a16="http://schemas.microsoft.com/office/drawing/2014/main" id="{B36EE64B-44BF-4634-97BC-5ED74C6DF280}"/>
              </a:ext>
            </a:extLst>
          </p:cNvPr>
          <p:cNvSpPr>
            <a:spLocks noGrp="1"/>
          </p:cNvSpPr>
          <p:nvPr>
            <p:ph sz="quarter" idx="4" hasCustomPrompt="1"/>
          </p:nvPr>
        </p:nvSpPr>
        <p:spPr>
          <a:xfrm>
            <a:off x="3394696" y="4824189"/>
            <a:ext cx="2354609" cy="462927"/>
          </a:xfrm>
        </p:spPr>
        <p:txBody>
          <a:bodyPr rtlCol="0">
            <a:normAutofit/>
          </a:bodyPr>
          <a:lstStyle>
            <a:lvl1pPr marL="0" indent="0" algn="ctr">
              <a:lnSpc>
                <a:spcPct val="100000"/>
              </a:lnSpc>
              <a:buNone/>
              <a:defRPr sz="1500" cap="all" spc="38" baseline="0">
                <a:solidFill>
                  <a:schemeClr val="tx1">
                    <a:lumMod val="75000"/>
                    <a:lumOff val="25000"/>
                  </a:schemeClr>
                </a:solidFill>
              </a:defRPr>
            </a:lvl1pPr>
            <a:lvl2pPr marL="342900" indent="0">
              <a:lnSpc>
                <a:spcPct val="100000"/>
              </a:lnSpc>
              <a:buNone/>
              <a:defRPr sz="1500" cap="all" spc="38" baseline="0">
                <a:solidFill>
                  <a:schemeClr val="bg1"/>
                </a:solidFill>
              </a:defRPr>
            </a:lvl2pPr>
            <a:lvl3pPr marL="685800" indent="0">
              <a:lnSpc>
                <a:spcPct val="100000"/>
              </a:lnSpc>
              <a:buNone/>
              <a:defRPr sz="1050" spc="38" baseline="0">
                <a:solidFill>
                  <a:schemeClr val="bg1"/>
                </a:solidFill>
              </a:defRPr>
            </a:lvl3pPr>
            <a:lvl4pPr marL="1028700" indent="0">
              <a:lnSpc>
                <a:spcPct val="100000"/>
              </a:lnSpc>
              <a:buNone/>
              <a:defRPr sz="1050" spc="38" baseline="0">
                <a:solidFill>
                  <a:schemeClr val="bg1"/>
                </a:solidFill>
              </a:defRPr>
            </a:lvl4pPr>
            <a:lvl5pPr marL="1371600" indent="0">
              <a:lnSpc>
                <a:spcPct val="100000"/>
              </a:lnSpc>
              <a:buNone/>
              <a:defRPr sz="1050" spc="38" baseline="0">
                <a:solidFill>
                  <a:schemeClr val="bg1"/>
                </a:solidFill>
              </a:defRPr>
            </a:lvl5pPr>
          </a:lstStyle>
          <a:p>
            <a:pPr lvl="0" rtl="0"/>
            <a:r>
              <a:rPr lang="es-ES" noProof="0"/>
              <a:t>Haga clic para editar</a:t>
            </a:r>
          </a:p>
        </p:txBody>
      </p:sp>
      <p:sp>
        <p:nvSpPr>
          <p:cNvPr id="22" name="Marcador de contenido 3">
            <a:extLst>
              <a:ext uri="{FF2B5EF4-FFF2-40B4-BE49-F238E27FC236}">
                <a16:creationId xmlns:a16="http://schemas.microsoft.com/office/drawing/2014/main" id="{C464A9BD-B815-4632-8F54-6EB70E48BAFF}"/>
              </a:ext>
            </a:extLst>
          </p:cNvPr>
          <p:cNvSpPr>
            <a:spLocks noGrp="1"/>
          </p:cNvSpPr>
          <p:nvPr>
            <p:ph sz="half" idx="14" hasCustomPrompt="1"/>
          </p:nvPr>
        </p:nvSpPr>
        <p:spPr>
          <a:xfrm>
            <a:off x="5953658" y="4824189"/>
            <a:ext cx="2343070" cy="462927"/>
          </a:xfrm>
        </p:spPr>
        <p:txBody>
          <a:bodyPr rtlCol="0">
            <a:noAutofit/>
          </a:bodyPr>
          <a:lstStyle>
            <a:lvl1pPr marL="0" indent="0" algn="ctr">
              <a:lnSpc>
                <a:spcPct val="100000"/>
              </a:lnSpc>
              <a:buNone/>
              <a:defRPr sz="1500" cap="all" spc="38" baseline="0">
                <a:solidFill>
                  <a:schemeClr val="tx1">
                    <a:lumMod val="75000"/>
                    <a:lumOff val="25000"/>
                  </a:schemeClr>
                </a:solidFill>
              </a:defRPr>
            </a:lvl1pPr>
            <a:lvl2pPr marL="342900" indent="0">
              <a:lnSpc>
                <a:spcPct val="100000"/>
              </a:lnSpc>
              <a:buNone/>
              <a:defRPr sz="1050" spc="38" baseline="0">
                <a:solidFill>
                  <a:schemeClr val="bg1"/>
                </a:solidFill>
              </a:defRPr>
            </a:lvl2pPr>
            <a:lvl3pPr marL="685800" indent="0">
              <a:lnSpc>
                <a:spcPct val="100000"/>
              </a:lnSpc>
              <a:buNone/>
              <a:defRPr sz="1050" spc="38" baseline="0">
                <a:solidFill>
                  <a:schemeClr val="bg1"/>
                </a:solidFill>
              </a:defRPr>
            </a:lvl3pPr>
            <a:lvl4pPr marL="1028700" indent="0">
              <a:lnSpc>
                <a:spcPct val="100000"/>
              </a:lnSpc>
              <a:buNone/>
              <a:defRPr sz="1050" spc="38" baseline="0">
                <a:solidFill>
                  <a:schemeClr val="bg1"/>
                </a:solidFill>
              </a:defRPr>
            </a:lvl4pPr>
            <a:lvl5pPr marL="1371600" indent="0">
              <a:lnSpc>
                <a:spcPct val="100000"/>
              </a:lnSpc>
              <a:buNone/>
              <a:defRPr sz="1050" spc="38" baseline="0">
                <a:solidFill>
                  <a:schemeClr val="bg1"/>
                </a:solidFill>
              </a:defRPr>
            </a:lvl5pPr>
          </a:lstStyle>
          <a:p>
            <a:pPr lvl="0" rtl="0"/>
            <a:r>
              <a:rPr lang="es-ES" noProof="0"/>
              <a:t>Haga clic para editar</a:t>
            </a:r>
          </a:p>
        </p:txBody>
      </p:sp>
      <p:pic>
        <p:nvPicPr>
          <p:cNvPr id="11" name="Gráfico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8856" y="2358007"/>
            <a:ext cx="1828800" cy="2019300"/>
          </a:xfrm>
          <a:prstGeom prst="rect">
            <a:avLst/>
          </a:prstGeom>
        </p:spPr>
      </p:pic>
      <p:pic>
        <p:nvPicPr>
          <p:cNvPr id="13" name="Gráfico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750469" y="2531837"/>
            <a:ext cx="1643063" cy="1943100"/>
          </a:xfrm>
          <a:prstGeom prst="rect">
            <a:avLst/>
          </a:prstGeom>
        </p:spPr>
      </p:pic>
      <p:pic>
        <p:nvPicPr>
          <p:cNvPr id="15" name="Gráfico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6259206" y="2421056"/>
            <a:ext cx="1743075" cy="2057400"/>
          </a:xfrm>
          <a:prstGeom prst="rect">
            <a:avLst/>
          </a:prstGeom>
        </p:spPr>
      </p:pic>
      <p:sp>
        <p:nvSpPr>
          <p:cNvPr id="25" name="Marcador de contenido 3">
            <a:extLst>
              <a:ext uri="{FF2B5EF4-FFF2-40B4-BE49-F238E27FC236}">
                <a16:creationId xmlns:a16="http://schemas.microsoft.com/office/drawing/2014/main" id="{82D8880F-3EAC-45C9-91F2-19A193791A18}"/>
              </a:ext>
            </a:extLst>
          </p:cNvPr>
          <p:cNvSpPr>
            <a:spLocks noGrp="1"/>
          </p:cNvSpPr>
          <p:nvPr>
            <p:ph sz="half" idx="17"/>
          </p:nvPr>
        </p:nvSpPr>
        <p:spPr>
          <a:xfrm>
            <a:off x="847274" y="5280764"/>
            <a:ext cx="2343070" cy="462927"/>
          </a:xfrm>
        </p:spPr>
        <p:txBody>
          <a:bodyPr rtlCol="0">
            <a:normAutofit/>
          </a:bodyPr>
          <a:lstStyle>
            <a:lvl1pPr marL="0" indent="0" algn="ctr">
              <a:lnSpc>
                <a:spcPct val="100000"/>
              </a:lnSpc>
              <a:buNone/>
              <a:defRPr sz="1050" cap="none" spc="38" baseline="0">
                <a:solidFill>
                  <a:schemeClr val="tx1">
                    <a:lumMod val="75000"/>
                    <a:lumOff val="25000"/>
                  </a:schemeClr>
                </a:solidFill>
              </a:defRPr>
            </a:lvl1pPr>
            <a:lvl2pPr marL="342900" indent="0">
              <a:lnSpc>
                <a:spcPct val="100000"/>
              </a:lnSpc>
              <a:buNone/>
              <a:defRPr sz="1050" spc="38" baseline="0">
                <a:solidFill>
                  <a:schemeClr val="bg1"/>
                </a:solidFill>
              </a:defRPr>
            </a:lvl2pPr>
            <a:lvl3pPr marL="685800" indent="0">
              <a:lnSpc>
                <a:spcPct val="100000"/>
              </a:lnSpc>
              <a:buNone/>
              <a:defRPr sz="1050" spc="38" baseline="0">
                <a:solidFill>
                  <a:schemeClr val="bg1"/>
                </a:solidFill>
              </a:defRPr>
            </a:lvl3pPr>
            <a:lvl4pPr marL="1028700" indent="0">
              <a:lnSpc>
                <a:spcPct val="100000"/>
              </a:lnSpc>
              <a:buNone/>
              <a:defRPr sz="1050" spc="38" baseline="0">
                <a:solidFill>
                  <a:schemeClr val="bg1"/>
                </a:solidFill>
              </a:defRPr>
            </a:lvl4pPr>
            <a:lvl5pPr marL="1371600" indent="0">
              <a:lnSpc>
                <a:spcPct val="100000"/>
              </a:lnSpc>
              <a:buNone/>
              <a:defRPr sz="1050" spc="38" baseline="0">
                <a:solidFill>
                  <a:schemeClr val="bg1"/>
                </a:solidFill>
              </a:defRPr>
            </a:lvl5pPr>
          </a:lstStyle>
          <a:p>
            <a:pPr lvl="0" rtl="0"/>
            <a:r>
              <a:rPr lang="es-ES" noProof="0"/>
              <a:t>Haga clic para modificar los estilos de texto del patrón</a:t>
            </a:r>
          </a:p>
        </p:txBody>
      </p:sp>
      <p:sp>
        <p:nvSpPr>
          <p:cNvPr id="26" name="Marcador de contenido 5">
            <a:extLst>
              <a:ext uri="{FF2B5EF4-FFF2-40B4-BE49-F238E27FC236}">
                <a16:creationId xmlns:a16="http://schemas.microsoft.com/office/drawing/2014/main" id="{9019518E-E850-403D-A5B5-4B53F8C4A56B}"/>
              </a:ext>
            </a:extLst>
          </p:cNvPr>
          <p:cNvSpPr>
            <a:spLocks noGrp="1"/>
          </p:cNvSpPr>
          <p:nvPr>
            <p:ph sz="quarter" idx="18"/>
          </p:nvPr>
        </p:nvSpPr>
        <p:spPr>
          <a:xfrm>
            <a:off x="3394696" y="5280764"/>
            <a:ext cx="2354609" cy="462927"/>
          </a:xfrm>
        </p:spPr>
        <p:txBody>
          <a:bodyPr rtlCol="0">
            <a:normAutofit/>
          </a:bodyPr>
          <a:lstStyle>
            <a:lvl1pPr marL="0" indent="0" algn="ctr">
              <a:lnSpc>
                <a:spcPct val="100000"/>
              </a:lnSpc>
              <a:buNone/>
              <a:defRPr sz="1050" cap="none" spc="38" baseline="0">
                <a:solidFill>
                  <a:schemeClr val="tx1">
                    <a:lumMod val="75000"/>
                    <a:lumOff val="25000"/>
                  </a:schemeClr>
                </a:solidFill>
              </a:defRPr>
            </a:lvl1pPr>
            <a:lvl2pPr marL="342900" indent="0" algn="ctr">
              <a:lnSpc>
                <a:spcPct val="100000"/>
              </a:lnSpc>
              <a:buNone/>
              <a:defRPr sz="1050" cap="none" spc="38" baseline="0">
                <a:solidFill>
                  <a:schemeClr val="tx1">
                    <a:lumMod val="75000"/>
                    <a:lumOff val="25000"/>
                  </a:schemeClr>
                </a:solidFill>
              </a:defRPr>
            </a:lvl2pPr>
            <a:lvl3pPr marL="685800" indent="0">
              <a:lnSpc>
                <a:spcPct val="100000"/>
              </a:lnSpc>
              <a:buNone/>
              <a:defRPr sz="1050" spc="38" baseline="0">
                <a:solidFill>
                  <a:schemeClr val="bg1"/>
                </a:solidFill>
              </a:defRPr>
            </a:lvl3pPr>
            <a:lvl4pPr marL="1028700" indent="0">
              <a:lnSpc>
                <a:spcPct val="100000"/>
              </a:lnSpc>
              <a:buNone/>
              <a:defRPr sz="1050" spc="38" baseline="0">
                <a:solidFill>
                  <a:schemeClr val="bg1"/>
                </a:solidFill>
              </a:defRPr>
            </a:lvl4pPr>
            <a:lvl5pPr marL="1371600" indent="0">
              <a:lnSpc>
                <a:spcPct val="100000"/>
              </a:lnSpc>
              <a:buNone/>
              <a:defRPr sz="1050" spc="38" baseline="0">
                <a:solidFill>
                  <a:schemeClr val="bg1"/>
                </a:solidFill>
              </a:defRPr>
            </a:lvl5pPr>
          </a:lstStyle>
          <a:p>
            <a:pPr lvl="0" rtl="0"/>
            <a:r>
              <a:rPr lang="es-ES" noProof="0"/>
              <a:t>Haga clic para modificar los estilos de texto del patrón</a:t>
            </a:r>
          </a:p>
          <a:p>
            <a:pPr lvl="1" rtl="0"/>
            <a:r>
              <a:rPr lang="es-ES" noProof="0"/>
              <a:t>Segundo nivel</a:t>
            </a:r>
          </a:p>
        </p:txBody>
      </p:sp>
      <p:sp>
        <p:nvSpPr>
          <p:cNvPr id="27" name="Marcador de contenido 3">
            <a:extLst>
              <a:ext uri="{FF2B5EF4-FFF2-40B4-BE49-F238E27FC236}">
                <a16:creationId xmlns:a16="http://schemas.microsoft.com/office/drawing/2014/main" id="{A8058154-45E5-403E-B714-AC85774F391F}"/>
              </a:ext>
            </a:extLst>
          </p:cNvPr>
          <p:cNvSpPr>
            <a:spLocks noGrp="1"/>
          </p:cNvSpPr>
          <p:nvPr>
            <p:ph sz="half" idx="19"/>
          </p:nvPr>
        </p:nvSpPr>
        <p:spPr>
          <a:xfrm>
            <a:off x="5953658" y="5280764"/>
            <a:ext cx="2343070" cy="462927"/>
          </a:xfrm>
        </p:spPr>
        <p:txBody>
          <a:bodyPr rtlCol="0">
            <a:normAutofit/>
          </a:bodyPr>
          <a:lstStyle>
            <a:lvl1pPr marL="0" indent="0" algn="ctr">
              <a:lnSpc>
                <a:spcPct val="100000"/>
              </a:lnSpc>
              <a:buNone/>
              <a:defRPr sz="1050" cap="none" spc="38" baseline="0">
                <a:solidFill>
                  <a:schemeClr val="tx1">
                    <a:lumMod val="75000"/>
                    <a:lumOff val="25000"/>
                  </a:schemeClr>
                </a:solidFill>
              </a:defRPr>
            </a:lvl1pPr>
            <a:lvl2pPr marL="342900" indent="0">
              <a:lnSpc>
                <a:spcPct val="100000"/>
              </a:lnSpc>
              <a:buNone/>
              <a:defRPr sz="1050" spc="38" baseline="0">
                <a:solidFill>
                  <a:schemeClr val="bg1"/>
                </a:solidFill>
              </a:defRPr>
            </a:lvl2pPr>
            <a:lvl3pPr marL="685800" indent="0">
              <a:lnSpc>
                <a:spcPct val="100000"/>
              </a:lnSpc>
              <a:buNone/>
              <a:defRPr sz="1050" spc="38" baseline="0">
                <a:solidFill>
                  <a:schemeClr val="bg1"/>
                </a:solidFill>
              </a:defRPr>
            </a:lvl3pPr>
            <a:lvl4pPr marL="1028700" indent="0">
              <a:lnSpc>
                <a:spcPct val="100000"/>
              </a:lnSpc>
              <a:buNone/>
              <a:defRPr sz="1050" spc="38" baseline="0">
                <a:solidFill>
                  <a:schemeClr val="bg1"/>
                </a:solidFill>
              </a:defRPr>
            </a:lvl4pPr>
            <a:lvl5pPr marL="1371600" indent="0">
              <a:lnSpc>
                <a:spcPct val="100000"/>
              </a:lnSpc>
              <a:buNone/>
              <a:defRPr sz="1050" spc="38" baseline="0">
                <a:solidFill>
                  <a:schemeClr val="bg1"/>
                </a:solidFill>
              </a:defRPr>
            </a:lvl5pPr>
          </a:lstStyle>
          <a:p>
            <a:pPr lvl="0" rtl="0"/>
            <a:r>
              <a:rPr lang="es-ES" noProof="0"/>
              <a:t>Haga clic para modificar los estilos de texto del patrón</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675"/>
            </a:lvl1pPr>
          </a:lstStyle>
          <a:p>
            <a:pPr rtl="0"/>
            <a:r>
              <a:rPr lang="es-ES"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675"/>
            </a:lvl1pPr>
          </a:lstStyle>
          <a:p>
            <a:pPr rtl="0"/>
            <a:r>
              <a:rPr lang="es-ES" noProof="0"/>
              <a:t>Presentación para inversores</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675"/>
            </a:lvl1pPr>
          </a:lstStyle>
          <a:p>
            <a:pPr rtl="0"/>
            <a:fld id="{B5CEABB6-07DC-46E8-9B57-56EC44A396E5}" type="slidenum">
              <a:rPr lang="es-ES" noProof="0" smtClean="0"/>
              <a:t>‹Nº›</a:t>
            </a:fld>
            <a:endParaRPr lang="es-ES" noProof="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ntenido dos">
    <p:bg>
      <p:bgPr>
        <a:solidFill>
          <a:schemeClr val="accent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2200275" y="892178"/>
            <a:ext cx="6316266" cy="1325563"/>
          </a:xfrm>
        </p:spPr>
        <p:txBody>
          <a:bodyPr rtlCol="0">
            <a:normAutofit/>
          </a:bodyPr>
          <a:lstStyle>
            <a:lvl1pPr>
              <a:defRPr lang="en-US" sz="2100" kern="1200" spc="113" baseline="0" dirty="0">
                <a:solidFill>
                  <a:schemeClr val="tx1">
                    <a:lumMod val="75000"/>
                    <a:lumOff val="25000"/>
                  </a:schemeClr>
                </a:solidFill>
                <a:latin typeface="+mj-lt"/>
                <a:ea typeface="+mj-ea"/>
                <a:cs typeface="+mj-cs"/>
              </a:defRPr>
            </a:lvl1pPr>
          </a:lstStyle>
          <a:p>
            <a:pPr rtl="0"/>
            <a:r>
              <a:rPr lang="es-ES" noProof="0"/>
              <a:t>HAGA CLIC PARA EDITAR EL ESTILO DEL TÍTULO DEL PATRÓN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200275" y="2776936"/>
            <a:ext cx="2943225" cy="823912"/>
          </a:xfrm>
        </p:spPr>
        <p:txBody>
          <a:bodyPr rtlCol="0" anchor="b">
            <a:noAutofit/>
          </a:bodyPr>
          <a:lstStyle>
            <a:lvl1pPr marL="0" indent="0">
              <a:buNone/>
              <a:defRPr lang="en-US" sz="150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 EL TEXTO MAESTRO</a:t>
            </a:r>
          </a:p>
        </p:txBody>
      </p:sp>
      <p:sp>
        <p:nvSpPr>
          <p:cNvPr id="4" name="Marcador de contenido 3">
            <a:extLst>
              <a:ext uri="{FF2B5EF4-FFF2-40B4-BE49-F238E27FC236}">
                <a16:creationId xmlns:a16="http://schemas.microsoft.com/office/drawing/2014/main" id="{AC9B20CF-6B91-4562-B799-0ABDAEBC0D2A}"/>
              </a:ext>
            </a:extLst>
          </p:cNvPr>
          <p:cNvSpPr>
            <a:spLocks noGrp="1"/>
          </p:cNvSpPr>
          <p:nvPr>
            <p:ph sz="half" idx="2"/>
          </p:nvPr>
        </p:nvSpPr>
        <p:spPr>
          <a:xfrm>
            <a:off x="2200275" y="3834607"/>
            <a:ext cx="2943225" cy="1997867"/>
          </a:xfrm>
        </p:spPr>
        <p:txBody>
          <a:bodyPr rtlCol="0">
            <a:normAutofit/>
          </a:bodyPr>
          <a:lstStyle>
            <a:lvl1pPr marL="0" indent="0">
              <a:lnSpc>
                <a:spcPct val="100000"/>
              </a:lnSpc>
              <a:buNone/>
              <a:defRPr sz="1050" spc="38" baseline="0">
                <a:solidFill>
                  <a:schemeClr val="tx1">
                    <a:lumMod val="75000"/>
                    <a:lumOff val="25000"/>
                  </a:schemeClr>
                </a:solidFill>
              </a:defRPr>
            </a:lvl1pPr>
            <a:lvl2pPr marL="342900" indent="0">
              <a:lnSpc>
                <a:spcPct val="100000"/>
              </a:lnSpc>
              <a:buNone/>
              <a:defRPr sz="1050" spc="38" baseline="0">
                <a:solidFill>
                  <a:schemeClr val="tx1">
                    <a:lumMod val="75000"/>
                    <a:lumOff val="25000"/>
                  </a:schemeClr>
                </a:solidFill>
              </a:defRPr>
            </a:lvl2pPr>
            <a:lvl3pPr marL="685800" indent="0">
              <a:lnSpc>
                <a:spcPct val="100000"/>
              </a:lnSpc>
              <a:buNone/>
              <a:defRPr sz="1050" spc="38" baseline="0">
                <a:solidFill>
                  <a:schemeClr val="tx1">
                    <a:lumMod val="75000"/>
                    <a:lumOff val="25000"/>
                  </a:schemeClr>
                </a:solidFill>
              </a:defRPr>
            </a:lvl3pPr>
            <a:lvl4pPr marL="1028700" indent="0">
              <a:lnSpc>
                <a:spcPct val="100000"/>
              </a:lnSpc>
              <a:buNone/>
              <a:defRPr sz="1050" spc="38" baseline="0">
                <a:solidFill>
                  <a:schemeClr val="tx1">
                    <a:lumMod val="75000"/>
                    <a:lumOff val="25000"/>
                  </a:schemeClr>
                </a:solidFill>
              </a:defRPr>
            </a:lvl4pPr>
            <a:lvl5pPr marL="1371600" indent="0">
              <a:lnSpc>
                <a:spcPct val="100000"/>
              </a:lnSpc>
              <a:buNone/>
              <a:defRPr sz="1050" spc="38" baseline="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texto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5557630" y="2776936"/>
            <a:ext cx="2957720" cy="823912"/>
          </a:xfrm>
        </p:spPr>
        <p:txBody>
          <a:bodyPr rtlCol="0" anchor="b">
            <a:noAutofit/>
          </a:bodyPr>
          <a:lstStyle>
            <a:lvl1pPr marL="0" indent="0">
              <a:buNone/>
              <a:defRPr lang="en-US" sz="150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750"/>
              </a:spcBef>
              <a:buFont typeface="Arial" panose="020B0604020202020204" pitchFamily="34" charset="0"/>
              <a:buNone/>
            </a:pPr>
            <a:r>
              <a:rPr lang="es-ES" noProof="0"/>
              <a:t>HAGA CLIC PARA EDITAR EL TEXTO MAESTRO</a:t>
            </a:r>
          </a:p>
        </p:txBody>
      </p:sp>
      <p:sp>
        <p:nvSpPr>
          <p:cNvPr id="6" name="Marcador de contenido 5">
            <a:extLst>
              <a:ext uri="{FF2B5EF4-FFF2-40B4-BE49-F238E27FC236}">
                <a16:creationId xmlns:a16="http://schemas.microsoft.com/office/drawing/2014/main" id="{B36EE64B-44BF-4634-97BC-5ED74C6DF280}"/>
              </a:ext>
            </a:extLst>
          </p:cNvPr>
          <p:cNvSpPr>
            <a:spLocks noGrp="1"/>
          </p:cNvSpPr>
          <p:nvPr>
            <p:ph sz="quarter" idx="4"/>
          </p:nvPr>
        </p:nvSpPr>
        <p:spPr>
          <a:xfrm>
            <a:off x="5557630" y="3834607"/>
            <a:ext cx="2957720" cy="1997867"/>
          </a:xfrm>
        </p:spPr>
        <p:txBody>
          <a:bodyPr rtlCol="0">
            <a:normAutofit/>
          </a:bodyPr>
          <a:lstStyle>
            <a:lvl1pPr marL="0" indent="0">
              <a:lnSpc>
                <a:spcPct val="100000"/>
              </a:lnSpc>
              <a:buNone/>
              <a:defRPr sz="1050" spc="38" baseline="0">
                <a:solidFill>
                  <a:schemeClr val="tx1">
                    <a:lumMod val="75000"/>
                    <a:lumOff val="25000"/>
                  </a:schemeClr>
                </a:solidFill>
              </a:defRPr>
            </a:lvl1pPr>
            <a:lvl2pPr marL="342900" indent="0">
              <a:lnSpc>
                <a:spcPct val="100000"/>
              </a:lnSpc>
              <a:buNone/>
              <a:defRPr sz="1050" spc="38" baseline="0">
                <a:solidFill>
                  <a:schemeClr val="tx1">
                    <a:lumMod val="75000"/>
                    <a:lumOff val="25000"/>
                  </a:schemeClr>
                </a:solidFill>
              </a:defRPr>
            </a:lvl2pPr>
            <a:lvl3pPr marL="685800" indent="0">
              <a:lnSpc>
                <a:spcPct val="100000"/>
              </a:lnSpc>
              <a:buNone/>
              <a:defRPr sz="1050" spc="38" baseline="0">
                <a:solidFill>
                  <a:schemeClr val="tx1">
                    <a:lumMod val="75000"/>
                    <a:lumOff val="25000"/>
                  </a:schemeClr>
                </a:solidFill>
              </a:defRPr>
            </a:lvl3pPr>
            <a:lvl4pPr marL="1028700" indent="0">
              <a:lnSpc>
                <a:spcPct val="100000"/>
              </a:lnSpc>
              <a:buNone/>
              <a:defRPr sz="1050" spc="38" baseline="0">
                <a:solidFill>
                  <a:schemeClr val="tx1">
                    <a:lumMod val="75000"/>
                    <a:lumOff val="25000"/>
                  </a:schemeClr>
                </a:solidFill>
              </a:defRPr>
            </a:lvl4pPr>
            <a:lvl5pPr marL="1371600" indent="0">
              <a:lnSpc>
                <a:spcPct val="100000"/>
              </a:lnSpc>
              <a:buNone/>
              <a:defRPr sz="1050" spc="38" baseline="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675"/>
            </a:lvl1pPr>
          </a:lstStyle>
          <a:p>
            <a:pPr rtl="0"/>
            <a:r>
              <a:rPr lang="es-ES"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675"/>
            </a:lvl1pPr>
          </a:lstStyle>
          <a:p>
            <a:pPr rtl="0"/>
            <a:r>
              <a:rPr lang="es-ES" noProof="0"/>
              <a:t>Presentación para inversores</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675"/>
            </a:lvl1pPr>
          </a:lstStyle>
          <a:p>
            <a:pPr rtl="0"/>
            <a:fld id="{B5CEABB6-07DC-46E8-9B57-56EC44A396E5}" type="slidenum">
              <a:rPr lang="es-ES" noProof="0" smtClean="0"/>
              <a:t>‹Nº›</a:t>
            </a:fld>
            <a:endParaRPr lang="es-ES" noProof="0"/>
          </a:p>
        </p:txBody>
      </p:sp>
      <p:pic>
        <p:nvPicPr>
          <p:cNvPr id="11" name="Gráfico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19339" y="0"/>
            <a:ext cx="3276023"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ido">
    <p:spTree>
      <p:nvGrpSpPr>
        <p:cNvPr id="1" name=""/>
        <p:cNvGrpSpPr/>
        <p:nvPr/>
      </p:nvGrpSpPr>
      <p:grpSpPr>
        <a:xfrm>
          <a:off x="0" y="0"/>
          <a:ext cx="0" cy="0"/>
          <a:chOff x="0" y="0"/>
          <a:chExt cx="0" cy="0"/>
        </a:xfrm>
      </p:grpSpPr>
      <p:pic>
        <p:nvPicPr>
          <p:cNvPr id="14" name="Gráfico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4081416"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ítulo 1">
            <a:extLst>
              <a:ext uri="{FF2B5EF4-FFF2-40B4-BE49-F238E27FC236}">
                <a16:creationId xmlns:a16="http://schemas.microsoft.com/office/drawing/2014/main" id="{1E1C8C6D-0530-475B-A7F7-0E00C33ACFEB}"/>
              </a:ext>
            </a:extLst>
          </p:cNvPr>
          <p:cNvSpPr>
            <a:spLocks noGrp="1"/>
          </p:cNvSpPr>
          <p:nvPr>
            <p:ph type="title" hasCustomPrompt="1"/>
          </p:nvPr>
        </p:nvSpPr>
        <p:spPr>
          <a:xfrm>
            <a:off x="4440127" y="1152772"/>
            <a:ext cx="4073978" cy="846301"/>
          </a:xfrm>
        </p:spPr>
        <p:txBody>
          <a:bodyPr rtlCol="0" anchor="t">
            <a:normAutofit/>
          </a:bodyPr>
          <a:lstStyle>
            <a:lvl1pPr>
              <a:defRPr lang="en-US" sz="2100" kern="1200" cap="all" spc="113" baseline="0" dirty="0">
                <a:solidFill>
                  <a:schemeClr val="tx1">
                    <a:lumMod val="75000"/>
                    <a:lumOff val="25000"/>
                  </a:schemeClr>
                </a:solidFill>
                <a:latin typeface="+mj-lt"/>
                <a:ea typeface="+mj-ea"/>
                <a:cs typeface="+mj-cs"/>
              </a:defRPr>
            </a:lvl1pPr>
          </a:lstStyle>
          <a:p>
            <a:pPr rtl="0"/>
            <a:r>
              <a:rPr lang="es-ES" noProof="0"/>
              <a:t>HAGA CLIC PARA MODIFICAR EL ESTILO DEL TÍTULO MAESTRO</a:t>
            </a:r>
          </a:p>
        </p:txBody>
      </p:sp>
      <p:sp>
        <p:nvSpPr>
          <p:cNvPr id="20" name="Marcador de texto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4441691" y="2469516"/>
            <a:ext cx="4074903" cy="365125"/>
          </a:xfrm>
        </p:spPr>
        <p:txBody>
          <a:bodyPr rtlCol="0">
            <a:normAutofit/>
          </a:bodyPr>
          <a:lstStyle>
            <a:lvl1pPr marL="0" indent="0">
              <a:buNone/>
              <a:defRPr lang="en-US" sz="1500" kern="1200" cap="all" spc="113" baseline="0" dirty="0">
                <a:solidFill>
                  <a:schemeClr val="tx1">
                    <a:lumMod val="75000"/>
                    <a:lumOff val="25000"/>
                  </a:schemeClr>
                </a:solidFill>
                <a:latin typeface="+mj-lt"/>
                <a:ea typeface="+mj-ea"/>
                <a:cs typeface="+mj-cs"/>
              </a:defRPr>
            </a:lvl1pPr>
          </a:lstStyle>
          <a:p>
            <a:pPr lvl="0" rtl="0"/>
            <a:r>
              <a:rPr lang="es-ES" noProof="0"/>
              <a:t>HAGA CLIC PARA AGREGAR UN SUBTÍTULO</a:t>
            </a:r>
          </a:p>
        </p:txBody>
      </p:sp>
      <p:sp>
        <p:nvSpPr>
          <p:cNvPr id="25" name="Marcador de texto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4441372" y="2798940"/>
            <a:ext cx="4073978" cy="557950"/>
          </a:xfrm>
        </p:spPr>
        <p:txBody>
          <a:bodyPr rtlCol="0">
            <a:normAutofit/>
          </a:bodyPr>
          <a:lstStyle>
            <a:lvl1pPr marL="0" indent="0">
              <a:lnSpc>
                <a:spcPct val="100000"/>
              </a:lnSpc>
              <a:buFont typeface="Arial" panose="020B0604020202020204" pitchFamily="34" charset="0"/>
              <a:buNone/>
              <a:defRPr sz="1050">
                <a:solidFill>
                  <a:schemeClr val="tx1">
                    <a:lumMod val="75000"/>
                    <a:lumOff val="25000"/>
                  </a:schemeClr>
                </a:solidFill>
              </a:defRPr>
            </a:lvl1pPr>
          </a:lstStyle>
          <a:p>
            <a:pPr lvl="0" rtl="0"/>
            <a:r>
              <a:rPr lang="es-ES" noProof="0"/>
              <a:t>Haga clic para agregar texto</a:t>
            </a:r>
          </a:p>
        </p:txBody>
      </p:sp>
      <p:sp>
        <p:nvSpPr>
          <p:cNvPr id="26" name="Marcador de texto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4441691" y="3569311"/>
            <a:ext cx="4074903" cy="365125"/>
          </a:xfrm>
        </p:spPr>
        <p:txBody>
          <a:bodyPr rtlCol="0">
            <a:normAutofit/>
          </a:bodyPr>
          <a:lstStyle>
            <a:lvl1pPr marL="0" indent="0">
              <a:buNone/>
              <a:defRPr lang="en-US" sz="1500" kern="1200" cap="all" spc="113" baseline="0" dirty="0">
                <a:solidFill>
                  <a:schemeClr val="tx1">
                    <a:lumMod val="75000"/>
                    <a:lumOff val="25000"/>
                  </a:schemeClr>
                </a:solidFill>
                <a:latin typeface="+mj-lt"/>
                <a:ea typeface="+mj-ea"/>
                <a:cs typeface="+mj-cs"/>
              </a:defRPr>
            </a:lvl1pPr>
          </a:lstStyle>
          <a:p>
            <a:pPr lvl="0" rtl="0"/>
            <a:r>
              <a:rPr lang="es-ES" noProof="0"/>
              <a:t>HAGA CLIC PARA AGREGAR UN SUBTÍTULO</a:t>
            </a:r>
          </a:p>
        </p:txBody>
      </p:sp>
      <p:sp>
        <p:nvSpPr>
          <p:cNvPr id="27" name="Marcador de texto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4441372" y="3898736"/>
            <a:ext cx="4073978" cy="557950"/>
          </a:xfrm>
        </p:spPr>
        <p:txBody>
          <a:bodyPr rtlCol="0">
            <a:normAutofit/>
          </a:bodyPr>
          <a:lstStyle>
            <a:lvl1pPr marL="0" indent="0">
              <a:lnSpc>
                <a:spcPct val="100000"/>
              </a:lnSpc>
              <a:buFont typeface="Arial" panose="020B0604020202020204" pitchFamily="34" charset="0"/>
              <a:buNone/>
              <a:defRPr sz="1050">
                <a:solidFill>
                  <a:schemeClr val="tx1">
                    <a:lumMod val="75000"/>
                    <a:lumOff val="25000"/>
                  </a:schemeClr>
                </a:solidFill>
              </a:defRPr>
            </a:lvl1pPr>
          </a:lstStyle>
          <a:p>
            <a:pPr lvl="0" rtl="0"/>
            <a:r>
              <a:rPr lang="es-ES" noProof="0"/>
              <a:t>Haga clic para agregar texto</a:t>
            </a:r>
          </a:p>
        </p:txBody>
      </p:sp>
      <p:sp>
        <p:nvSpPr>
          <p:cNvPr id="28" name="Marcador de texto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4441691" y="4669108"/>
            <a:ext cx="4074903" cy="365125"/>
          </a:xfrm>
        </p:spPr>
        <p:txBody>
          <a:bodyPr rtlCol="0">
            <a:normAutofit/>
          </a:bodyPr>
          <a:lstStyle>
            <a:lvl1pPr marL="0" indent="0">
              <a:buNone/>
              <a:defRPr lang="en-US" sz="1500" kern="1200" cap="all" spc="113" baseline="0" dirty="0">
                <a:solidFill>
                  <a:schemeClr val="tx1">
                    <a:lumMod val="75000"/>
                    <a:lumOff val="25000"/>
                  </a:schemeClr>
                </a:solidFill>
                <a:latin typeface="+mj-lt"/>
                <a:ea typeface="+mj-ea"/>
                <a:cs typeface="+mj-cs"/>
              </a:defRPr>
            </a:lvl1pPr>
          </a:lstStyle>
          <a:p>
            <a:pPr lvl="0" rtl="0"/>
            <a:r>
              <a:rPr lang="es-ES" noProof="0"/>
              <a:t>HAGA CLIC PARA AGREGAR UN SUBTÍTULO</a:t>
            </a:r>
          </a:p>
        </p:txBody>
      </p:sp>
      <p:sp>
        <p:nvSpPr>
          <p:cNvPr id="29" name="Marcador de texto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4441372" y="4998532"/>
            <a:ext cx="4073978" cy="557950"/>
          </a:xfrm>
        </p:spPr>
        <p:txBody>
          <a:bodyPr rtlCol="0">
            <a:normAutofit/>
          </a:bodyPr>
          <a:lstStyle>
            <a:lvl1pPr marL="0" indent="0">
              <a:lnSpc>
                <a:spcPct val="100000"/>
              </a:lnSpc>
              <a:buFont typeface="Arial" panose="020B0604020202020204" pitchFamily="34" charset="0"/>
              <a:buNone/>
              <a:defRPr sz="1050">
                <a:solidFill>
                  <a:schemeClr val="tx1">
                    <a:lumMod val="75000"/>
                    <a:lumOff val="25000"/>
                  </a:schemeClr>
                </a:solidFill>
              </a:defRPr>
            </a:lvl1pPr>
          </a:lstStyle>
          <a:p>
            <a:pPr lvl="0" rtl="0"/>
            <a:r>
              <a:rPr lang="es-ES" noProof="0"/>
              <a:t>Haga clic para agregar texto</a:t>
            </a:r>
          </a:p>
        </p:txBody>
      </p:sp>
      <p:sp>
        <p:nvSpPr>
          <p:cNvPr id="21" name="Marcador de fecha 6">
            <a:extLst>
              <a:ext uri="{FF2B5EF4-FFF2-40B4-BE49-F238E27FC236}">
                <a16:creationId xmlns:a16="http://schemas.microsoft.com/office/drawing/2014/main" id="{71F34533-9677-48AF-9374-976825F4BB7E}"/>
              </a:ext>
            </a:extLst>
          </p:cNvPr>
          <p:cNvSpPr>
            <a:spLocks noGrp="1"/>
          </p:cNvSpPr>
          <p:nvPr>
            <p:ph type="dt" sz="half" idx="10"/>
          </p:nvPr>
        </p:nvSpPr>
        <p:spPr>
          <a:xfrm>
            <a:off x="628650" y="6356351"/>
            <a:ext cx="2057400" cy="365125"/>
          </a:xfrm>
        </p:spPr>
        <p:txBody>
          <a:bodyPr rtlCol="0"/>
          <a:lstStyle>
            <a:lvl1pPr>
              <a:defRPr sz="675"/>
            </a:lvl1pPr>
          </a:lstStyle>
          <a:p>
            <a:pPr rtl="0"/>
            <a:r>
              <a:rPr lang="es-ES" noProof="0"/>
              <a:t>20XX</a:t>
            </a:r>
          </a:p>
        </p:txBody>
      </p:sp>
      <p:sp>
        <p:nvSpPr>
          <p:cNvPr id="22" name="Marcador de pie de página 7">
            <a:extLst>
              <a:ext uri="{FF2B5EF4-FFF2-40B4-BE49-F238E27FC236}">
                <a16:creationId xmlns:a16="http://schemas.microsoft.com/office/drawing/2014/main" id="{4FAB8A26-B99E-4F96-8327-A932A14F2C03}"/>
              </a:ext>
            </a:extLst>
          </p:cNvPr>
          <p:cNvSpPr>
            <a:spLocks noGrp="1"/>
          </p:cNvSpPr>
          <p:nvPr>
            <p:ph type="ftr" sz="quarter" idx="11"/>
          </p:nvPr>
        </p:nvSpPr>
        <p:spPr>
          <a:xfrm>
            <a:off x="3028950" y="6356351"/>
            <a:ext cx="3086100" cy="365125"/>
          </a:xfrm>
        </p:spPr>
        <p:txBody>
          <a:bodyPr rtlCol="0"/>
          <a:lstStyle>
            <a:lvl1pPr>
              <a:defRPr sz="675"/>
            </a:lvl1pPr>
          </a:lstStyle>
          <a:p>
            <a:pPr rtl="0"/>
            <a:r>
              <a:rPr lang="es-ES" noProof="0"/>
              <a:t>Presentación para inversores</a:t>
            </a:r>
          </a:p>
        </p:txBody>
      </p:sp>
      <p:sp>
        <p:nvSpPr>
          <p:cNvPr id="24" name="Marcador de número de diapositiva 8">
            <a:extLst>
              <a:ext uri="{FF2B5EF4-FFF2-40B4-BE49-F238E27FC236}">
                <a16:creationId xmlns:a16="http://schemas.microsoft.com/office/drawing/2014/main" id="{EB0962D2-BCC3-48AB-A769-2A7327D29191}"/>
              </a:ext>
            </a:extLst>
          </p:cNvPr>
          <p:cNvSpPr>
            <a:spLocks noGrp="1"/>
          </p:cNvSpPr>
          <p:nvPr>
            <p:ph type="sldNum" sz="quarter" idx="12"/>
          </p:nvPr>
        </p:nvSpPr>
        <p:spPr>
          <a:xfrm>
            <a:off x="6457950" y="6356351"/>
            <a:ext cx="2057400" cy="365125"/>
          </a:xfrm>
        </p:spPr>
        <p:txBody>
          <a:bodyPr rtlCol="0"/>
          <a:lstStyle>
            <a:lvl1pPr>
              <a:defRPr sz="675"/>
            </a:lvl1pPr>
          </a:lstStyle>
          <a:p>
            <a:pPr rtl="0"/>
            <a:fld id="{B5CEABB6-07DC-46E8-9B57-56EC44A396E5}" type="slidenum">
              <a:rPr lang="es-ES" noProof="0" smtClean="0"/>
              <a:t>‹Nº›</a:t>
            </a:fld>
            <a:endParaRPr lang="es-ES" noProof="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225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ronograma 2">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D46070C-E825-43D0-99F4-8B4614131131}"/>
              </a:ext>
            </a:extLst>
          </p:cNvPr>
          <p:cNvSpPr/>
          <p:nvPr userDrawn="1"/>
        </p:nvSpPr>
        <p:spPr>
          <a:xfrm>
            <a:off x="0" y="3057683"/>
            <a:ext cx="9143999"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sz="1350" noProof="0">
              <a:solidFill>
                <a:schemeClr val="tx1">
                  <a:lumMod val="75000"/>
                  <a:lumOff val="25000"/>
                </a:schemeClr>
              </a:solidFill>
            </a:endParaRPr>
          </a:p>
        </p:txBody>
      </p:sp>
      <p:sp>
        <p:nvSpPr>
          <p:cNvPr id="2" name="Título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rtlCol="0">
            <a:normAutofit/>
          </a:bodyPr>
          <a:lstStyle>
            <a:lvl1pPr algn="l">
              <a:defRPr lang="en-US" sz="2100" kern="1200" spc="113" baseline="0" dirty="0">
                <a:solidFill>
                  <a:schemeClr val="tx1">
                    <a:lumMod val="75000"/>
                    <a:lumOff val="25000"/>
                  </a:schemeClr>
                </a:solidFill>
                <a:latin typeface="+mj-lt"/>
                <a:ea typeface="+mj-ea"/>
                <a:cs typeface="+mj-cs"/>
              </a:defRPr>
            </a:lvl1pPr>
          </a:lstStyle>
          <a:p>
            <a:pPr rtl="0"/>
            <a:r>
              <a:rPr lang="es-ES" noProof="0"/>
              <a:t>HAGA CLIC PARA EDITAR EL ESTILO DEL TÍTULO DEL PATRÓN</a:t>
            </a:r>
          </a:p>
        </p:txBody>
      </p:sp>
      <p:sp>
        <p:nvSpPr>
          <p:cNvPr id="6" name="Marcador de texto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685799" y="3354712"/>
            <a:ext cx="548640" cy="457200"/>
          </a:xfrm>
        </p:spPr>
        <p:txBody>
          <a:bodyPr rtlCol="0" anchor="ctr"/>
          <a:lstStyle>
            <a:lvl1pPr marL="0" indent="0" algn="l">
              <a:buNone/>
              <a:defRPr sz="1050" b="1">
                <a:solidFill>
                  <a:schemeClr val="tx1">
                    <a:lumMod val="75000"/>
                    <a:lumOff val="25000"/>
                  </a:schemeClr>
                </a:solidFill>
                <a:latin typeface="+mj-lt"/>
              </a:defRPr>
            </a:lvl1pPr>
          </a:lstStyle>
          <a:p>
            <a:pPr lvl="0" rtl="0"/>
            <a:r>
              <a:rPr lang="es-ES" noProof="0"/>
              <a:t>Año</a:t>
            </a:r>
          </a:p>
        </p:txBody>
      </p:sp>
      <p:sp>
        <p:nvSpPr>
          <p:cNvPr id="7" name="Marcador de texto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474470" y="3502152"/>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8" name="Marcador de texto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065410" y="3502152"/>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9" name="Marcador de texto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2656350" y="3502152"/>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10" name="Marcador de texto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3247290" y="3502152"/>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11" name="Marcador de texto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685800" y="4292468"/>
            <a:ext cx="548640" cy="457200"/>
          </a:xfrm>
        </p:spPr>
        <p:txBody>
          <a:bodyPr rtlCol="0" anchor="ctr"/>
          <a:lstStyle>
            <a:lvl1pPr marL="0" indent="0" algn="l">
              <a:buNone/>
              <a:defRPr sz="1050" b="1">
                <a:solidFill>
                  <a:schemeClr val="tx1">
                    <a:lumMod val="75000"/>
                    <a:lumOff val="25000"/>
                  </a:schemeClr>
                </a:solidFill>
                <a:latin typeface="+mj-lt"/>
              </a:defRPr>
            </a:lvl1pPr>
          </a:lstStyle>
          <a:p>
            <a:pPr lvl="0" rtl="0"/>
            <a:r>
              <a:rPr lang="es-ES" noProof="0"/>
              <a:t>Año</a:t>
            </a:r>
          </a:p>
        </p:txBody>
      </p:sp>
      <p:sp>
        <p:nvSpPr>
          <p:cNvPr id="12" name="Marcador de texto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3838230" y="3502152"/>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13" name="Marcador de texto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4429170" y="3502152"/>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14" name="Marcador de texto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5020110" y="3502152"/>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15" name="Marcador de texto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6792930" y="3502152"/>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16" name="Marcador de texto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5611050" y="3502152"/>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17" name="Marcador de texto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6201990" y="3502152"/>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18" name="Marcador de texto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7383870" y="3502152"/>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19" name="Marcador de texto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7974814" y="3502152"/>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20" name="Marcador de texto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477436" y="4425696"/>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21" name="Marcador de texto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068202" y="4425696"/>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22" name="Marcador de texto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2658967" y="4425696"/>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23" name="Marcador de texto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3249732" y="4425696"/>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24" name="Marcador de texto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3840497" y="4425696"/>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25" name="Marcador de texto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4431263" y="4425696"/>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26" name="Marcador de texto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5022028" y="4425696"/>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27" name="Marcador de texto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6794324" y="4425696"/>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28" name="Marcador de texto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5612793" y="4425696"/>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29" name="Marcador de texto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6203558" y="4425696"/>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30" name="Marcador de texto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7385089" y="4425696"/>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31" name="Marcador de texto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7975854" y="4425696"/>
            <a:ext cx="480060" cy="201776"/>
          </a:xfrm>
        </p:spPr>
        <p:txBody>
          <a:bodyPr rtlCol="0">
            <a:noAutofit/>
          </a:bodyPr>
          <a:lstStyle>
            <a:lvl1pPr marL="0" indent="0" algn="ctr">
              <a:buNone/>
              <a:defRPr sz="750">
                <a:solidFill>
                  <a:schemeClr val="tx1">
                    <a:lumMod val="75000"/>
                    <a:lumOff val="25000"/>
                  </a:schemeClr>
                </a:solidFill>
              </a:defRPr>
            </a:lvl1pPr>
          </a:lstStyle>
          <a:p>
            <a:pPr lvl="0" rtl="0"/>
            <a:r>
              <a:rPr lang="es-ES" noProof="0"/>
              <a:t>MM</a:t>
            </a:r>
          </a:p>
        </p:txBody>
      </p:sp>
      <p:sp>
        <p:nvSpPr>
          <p:cNvPr id="32" name="Rectángulo 31">
            <a:extLst>
              <a:ext uri="{FF2B5EF4-FFF2-40B4-BE49-F238E27FC236}">
                <a16:creationId xmlns:a16="http://schemas.microsoft.com/office/drawing/2014/main" id="{FFA35437-CCDE-4D92-B879-F23B329C8EC3}"/>
              </a:ext>
            </a:extLst>
          </p:cNvPr>
          <p:cNvSpPr/>
          <p:nvPr userDrawn="1"/>
        </p:nvSpPr>
        <p:spPr>
          <a:xfrm>
            <a:off x="697230" y="4034785"/>
            <a:ext cx="774954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sz="1350" noProof="0">
              <a:solidFill>
                <a:schemeClr val="tx1">
                  <a:lumMod val="75000"/>
                  <a:lumOff val="25000"/>
                </a:schemeClr>
              </a:solidFill>
            </a:endParaRPr>
          </a:p>
        </p:txBody>
      </p:sp>
      <p:sp>
        <p:nvSpPr>
          <p:cNvPr id="36" name="Marcador de fecha 2">
            <a:extLst>
              <a:ext uri="{FF2B5EF4-FFF2-40B4-BE49-F238E27FC236}">
                <a16:creationId xmlns:a16="http://schemas.microsoft.com/office/drawing/2014/main" id="{1CDC588F-73BC-4108-974B-0EAAB8213CE0}"/>
              </a:ext>
            </a:extLst>
          </p:cNvPr>
          <p:cNvSpPr>
            <a:spLocks noGrp="1"/>
          </p:cNvSpPr>
          <p:nvPr>
            <p:ph type="dt" sz="half" idx="10"/>
          </p:nvPr>
        </p:nvSpPr>
        <p:spPr>
          <a:xfrm>
            <a:off x="628650" y="6356351"/>
            <a:ext cx="2057400" cy="365125"/>
          </a:xfrm>
        </p:spPr>
        <p:txBody>
          <a:bodyPr rtlCol="0"/>
          <a:lstStyle>
            <a:lvl1pPr>
              <a:defRPr sz="675"/>
            </a:lvl1pPr>
          </a:lstStyle>
          <a:p>
            <a:pPr rtl="0"/>
            <a:r>
              <a:rPr lang="es-ES" noProof="0"/>
              <a:t>20XX</a:t>
            </a:r>
          </a:p>
        </p:txBody>
      </p:sp>
      <p:sp>
        <p:nvSpPr>
          <p:cNvPr id="37" name="Marcador de pie de página 3">
            <a:extLst>
              <a:ext uri="{FF2B5EF4-FFF2-40B4-BE49-F238E27FC236}">
                <a16:creationId xmlns:a16="http://schemas.microsoft.com/office/drawing/2014/main" id="{B2AC1EB2-9B8F-4077-8B66-64F9549F2C99}"/>
              </a:ext>
            </a:extLst>
          </p:cNvPr>
          <p:cNvSpPr>
            <a:spLocks noGrp="1"/>
          </p:cNvSpPr>
          <p:nvPr>
            <p:ph type="ftr" sz="quarter" idx="11"/>
          </p:nvPr>
        </p:nvSpPr>
        <p:spPr>
          <a:xfrm>
            <a:off x="3028950" y="6356351"/>
            <a:ext cx="3086100" cy="365125"/>
          </a:xfrm>
        </p:spPr>
        <p:txBody>
          <a:bodyPr rtlCol="0"/>
          <a:lstStyle>
            <a:lvl1pPr>
              <a:defRPr sz="675"/>
            </a:lvl1pPr>
          </a:lstStyle>
          <a:p>
            <a:pPr rtl="0"/>
            <a:r>
              <a:rPr lang="es-ES" noProof="0"/>
              <a:t>Presentación para inversores</a:t>
            </a:r>
          </a:p>
        </p:txBody>
      </p:sp>
      <p:sp>
        <p:nvSpPr>
          <p:cNvPr id="38" name="Marcador de número de diapositiva 4">
            <a:extLst>
              <a:ext uri="{FF2B5EF4-FFF2-40B4-BE49-F238E27FC236}">
                <a16:creationId xmlns:a16="http://schemas.microsoft.com/office/drawing/2014/main" id="{28DE3E33-346A-45AF-B164-CB5DF04FAE6D}"/>
              </a:ext>
            </a:extLst>
          </p:cNvPr>
          <p:cNvSpPr>
            <a:spLocks noGrp="1"/>
          </p:cNvSpPr>
          <p:nvPr>
            <p:ph type="sldNum" sz="quarter" idx="12"/>
          </p:nvPr>
        </p:nvSpPr>
        <p:spPr>
          <a:xfrm>
            <a:off x="6457950" y="6356351"/>
            <a:ext cx="2057400" cy="365125"/>
          </a:xfrm>
        </p:spPr>
        <p:txBody>
          <a:bodyPr rtlCol="0"/>
          <a:lstStyle>
            <a:lvl1pPr>
              <a:defRPr sz="675"/>
            </a:lvl1pPr>
          </a:lstStyle>
          <a:p>
            <a:pPr rtl="0"/>
            <a:fld id="{B5CEABB6-07DC-46E8-9B57-56EC44A396E5}" type="slidenum">
              <a:rPr lang="es-ES" noProof="0" smtClean="0"/>
              <a:t>‹Nº›</a:t>
            </a:fld>
            <a:endParaRPr lang="es-ES" noProof="0"/>
          </a:p>
        </p:txBody>
      </p:sp>
    </p:spTree>
    <p:extLst>
      <p:ext uri="{BB962C8B-B14F-4D97-AF65-F5344CB8AC3E}">
        <p14:creationId xmlns:p14="http://schemas.microsoft.com/office/powerpoint/2010/main"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Art">
    <p:bg>
      <p:bgRef idx="1001">
        <a:schemeClr val="bg1"/>
      </p:bgRef>
    </p:bg>
    <p:spTree>
      <p:nvGrpSpPr>
        <p:cNvPr id="1" name=""/>
        <p:cNvGrpSpPr/>
        <p:nvPr/>
      </p:nvGrpSpPr>
      <p:grpSpPr>
        <a:xfrm>
          <a:off x="0" y="0"/>
          <a:ext cx="0" cy="0"/>
          <a:chOff x="0" y="0"/>
          <a:chExt cx="0" cy="0"/>
        </a:xfrm>
      </p:grpSpPr>
      <p:sp>
        <p:nvSpPr>
          <p:cNvPr id="7" name="Marcador de posición de SmartArt 6">
            <a:extLst>
              <a:ext uri="{FF2B5EF4-FFF2-40B4-BE49-F238E27FC236}">
                <a16:creationId xmlns:a16="http://schemas.microsoft.com/office/drawing/2014/main" id="{156CA116-0F6E-4EE9-B34F-03BA07161A7A}"/>
              </a:ext>
            </a:extLst>
          </p:cNvPr>
          <p:cNvSpPr>
            <a:spLocks noGrp="1"/>
          </p:cNvSpPr>
          <p:nvPr>
            <p:ph type="dgm" sz="quarter" idx="15"/>
          </p:nvPr>
        </p:nvSpPr>
        <p:spPr>
          <a:xfrm>
            <a:off x="628650" y="2136777"/>
            <a:ext cx="7886700" cy="3697645"/>
          </a:xfrm>
        </p:spPr>
        <p:txBody>
          <a:bodyPr rtlCol="0"/>
          <a:lstStyle>
            <a:lvl1pPr>
              <a:defRPr>
                <a:solidFill>
                  <a:schemeClr val="tx1">
                    <a:lumMod val="75000"/>
                    <a:lumOff val="25000"/>
                  </a:schemeClr>
                </a:solidFill>
              </a:defRPr>
            </a:lvl1pPr>
          </a:lstStyle>
          <a:p>
            <a:pPr rtl="0"/>
            <a:r>
              <a:rPr lang="es-ES" noProof="0"/>
              <a:t>Haga clic en el icono para agregar un elemento gráfico SmartArt</a:t>
            </a:r>
          </a:p>
        </p:txBody>
      </p:sp>
      <p:sp>
        <p:nvSpPr>
          <p:cNvPr id="2" name="Título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ctr">
              <a:defRPr lang="en-US" sz="2100" kern="1200" spc="113" baseline="0" dirty="0">
                <a:solidFill>
                  <a:schemeClr val="tx1">
                    <a:lumMod val="75000"/>
                    <a:lumOff val="25000"/>
                  </a:schemeClr>
                </a:solidFill>
                <a:latin typeface="+mj-lt"/>
                <a:ea typeface="+mj-ea"/>
                <a:cs typeface="+mj-cs"/>
              </a:defRPr>
            </a:lvl1pPr>
          </a:lstStyle>
          <a:p>
            <a:pPr rtl="0"/>
            <a:r>
              <a:rPr lang="es-ES" noProof="0"/>
              <a:t>HAGA CLIC PARA MODIFICAR EL ESTILO DEL TÍTULO MAESTRO</a:t>
            </a:r>
          </a:p>
        </p:txBody>
      </p:sp>
      <p:sp>
        <p:nvSpPr>
          <p:cNvPr id="3" name="Marcador de fecha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675"/>
            </a:lvl1pPr>
          </a:lstStyle>
          <a:p>
            <a:pPr rtl="0"/>
            <a:r>
              <a:rPr lang="es-ES" noProof="0"/>
              <a:t>20XX</a:t>
            </a:r>
          </a:p>
        </p:txBody>
      </p:sp>
      <p:sp>
        <p:nvSpPr>
          <p:cNvPr id="4" name="Marcador de pie de página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675"/>
            </a:lvl1pPr>
          </a:lstStyle>
          <a:p>
            <a:pPr rtl="0"/>
            <a:r>
              <a:rPr lang="es-ES" noProof="0"/>
              <a:t>Presentación para inversores</a:t>
            </a:r>
          </a:p>
        </p:txBody>
      </p:sp>
      <p:cxnSp>
        <p:nvCxnSpPr>
          <p:cNvPr id="10" name="Conector recto 9">
            <a:extLst>
              <a:ext uri="{FF2B5EF4-FFF2-40B4-BE49-F238E27FC236}">
                <a16:creationId xmlns:a16="http://schemas.microsoft.com/office/drawing/2014/main" id="{66988B2D-0240-4256-8268-4B9FF1E72363}"/>
              </a:ext>
            </a:extLst>
          </p:cNvPr>
          <p:cNvCxnSpPr>
            <a:cxnSpLocks/>
          </p:cNvCxnSpPr>
          <p:nvPr/>
        </p:nvCxnSpPr>
        <p:spPr>
          <a:xfrm flipV="1">
            <a:off x="0" y="0"/>
            <a:ext cx="19431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D8EEAAE1-3D04-41C3-B2D2-B3BEF34C3B27}"/>
              </a:ext>
            </a:extLst>
          </p:cNvPr>
          <p:cNvCxnSpPr>
            <a:cxnSpLocks/>
          </p:cNvCxnSpPr>
          <p:nvPr/>
        </p:nvCxnSpPr>
        <p:spPr>
          <a:xfrm flipH="1">
            <a:off x="0" y="0"/>
            <a:ext cx="528638"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Marcador de número de diapositiva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675"/>
            </a:lvl1pPr>
          </a:lstStyle>
          <a:p>
            <a:pPr rtl="0"/>
            <a:fld id="{B5CEABB6-07DC-46E8-9B57-56EC44A396E5}" type="slidenum">
              <a:rPr lang="es-ES" noProof="0" smtClean="0"/>
              <a:t>‹Nº›</a:t>
            </a:fld>
            <a:endParaRPr lang="es-ES" noProof="0"/>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iapositiva de equipo de 4 personas">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413867" y="892178"/>
            <a:ext cx="6316266" cy="1325563"/>
          </a:xfrm>
        </p:spPr>
        <p:txBody>
          <a:bodyPr rtlCol="0">
            <a:normAutofit/>
          </a:bodyPr>
          <a:lstStyle>
            <a:lvl1pPr algn="ctr">
              <a:defRPr lang="en-US" sz="2100" kern="1200" spc="113" baseline="0" dirty="0">
                <a:solidFill>
                  <a:schemeClr val="tx1">
                    <a:lumMod val="75000"/>
                    <a:lumOff val="25000"/>
                  </a:schemeClr>
                </a:solidFill>
                <a:latin typeface="+mj-lt"/>
                <a:ea typeface="+mj-ea"/>
                <a:cs typeface="+mj-cs"/>
              </a:defRPr>
            </a:lvl1pPr>
          </a:lstStyle>
          <a:p>
            <a:pPr rtl="0"/>
            <a:r>
              <a:rPr lang="es-ES" noProof="0"/>
              <a:t>HAGA CLIC PARA MODIFICAR EL ESTILO DEL TÍTULO MAESTRO</a:t>
            </a:r>
          </a:p>
        </p:txBody>
      </p:sp>
      <p:sp>
        <p:nvSpPr>
          <p:cNvPr id="11" name="Marcador de posición de imagen 10">
            <a:extLst>
              <a:ext uri="{FF2B5EF4-FFF2-40B4-BE49-F238E27FC236}">
                <a16:creationId xmlns:a16="http://schemas.microsoft.com/office/drawing/2014/main" id="{B0BDE76A-30A6-4268-9656-28A484C3DCC9}"/>
              </a:ext>
            </a:extLst>
          </p:cNvPr>
          <p:cNvSpPr>
            <a:spLocks noGrp="1"/>
          </p:cNvSpPr>
          <p:nvPr>
            <p:ph type="pic" sz="quarter" idx="14"/>
          </p:nvPr>
        </p:nvSpPr>
        <p:spPr>
          <a:xfrm>
            <a:off x="1115386" y="2886075"/>
            <a:ext cx="1384133" cy="1845511"/>
          </a:xfrm>
          <a:solidFill>
            <a:schemeClr val="bg1">
              <a:lumMod val="95000"/>
            </a:schemeClr>
          </a:solidFill>
        </p:spPr>
        <p:txBody>
          <a:bodyPr rtlCol="0">
            <a:normAutofit/>
          </a:bodyPr>
          <a:lstStyle>
            <a:lvl1pPr marL="0" indent="0" algn="l">
              <a:lnSpc>
                <a:spcPct val="100000"/>
              </a:lnSpc>
              <a:buNone/>
              <a:defRPr sz="1050">
                <a:solidFill>
                  <a:schemeClr val="tx1">
                    <a:lumMod val="75000"/>
                    <a:lumOff val="25000"/>
                  </a:schemeClr>
                </a:solidFill>
              </a:defRPr>
            </a:lvl1pPr>
          </a:lstStyle>
          <a:p>
            <a:pPr rtl="0"/>
            <a:r>
              <a:rPr lang="es-ES" noProof="0"/>
              <a:t>Haga clic en el icono para agregar una imagen</a:t>
            </a:r>
          </a:p>
        </p:txBody>
      </p:sp>
      <p:sp>
        <p:nvSpPr>
          <p:cNvPr id="17" name="Marcador de posición de imagen 10">
            <a:extLst>
              <a:ext uri="{FF2B5EF4-FFF2-40B4-BE49-F238E27FC236}">
                <a16:creationId xmlns:a16="http://schemas.microsoft.com/office/drawing/2014/main" id="{C4CA5C9C-91D5-44B1-A82A-A49732B4691A}"/>
              </a:ext>
            </a:extLst>
          </p:cNvPr>
          <p:cNvSpPr>
            <a:spLocks noGrp="1"/>
          </p:cNvSpPr>
          <p:nvPr>
            <p:ph type="pic" sz="quarter" idx="15"/>
          </p:nvPr>
        </p:nvSpPr>
        <p:spPr>
          <a:xfrm>
            <a:off x="2877686" y="2886075"/>
            <a:ext cx="1384133" cy="1845511"/>
          </a:xfrm>
          <a:solidFill>
            <a:schemeClr val="bg1">
              <a:lumMod val="95000"/>
            </a:schemeClr>
          </a:solidFill>
        </p:spPr>
        <p:txBody>
          <a:bodyPr rtlCol="0">
            <a:normAutofit/>
          </a:bodyPr>
          <a:lstStyle>
            <a:lvl1pPr marL="0" indent="0" algn="l">
              <a:lnSpc>
                <a:spcPct val="100000"/>
              </a:lnSpc>
              <a:buNone/>
              <a:defRPr sz="1050">
                <a:solidFill>
                  <a:schemeClr val="tx1">
                    <a:lumMod val="75000"/>
                    <a:lumOff val="25000"/>
                  </a:schemeClr>
                </a:solidFill>
              </a:defRPr>
            </a:lvl1pPr>
          </a:lstStyle>
          <a:p>
            <a:pPr rtl="0"/>
            <a:r>
              <a:rPr lang="es-ES" noProof="0"/>
              <a:t>Haga clic en el icono para agregar una imagen</a:t>
            </a:r>
          </a:p>
        </p:txBody>
      </p:sp>
      <p:sp>
        <p:nvSpPr>
          <p:cNvPr id="18" name="Marcador de posición de imagen 10">
            <a:extLst>
              <a:ext uri="{FF2B5EF4-FFF2-40B4-BE49-F238E27FC236}">
                <a16:creationId xmlns:a16="http://schemas.microsoft.com/office/drawing/2014/main" id="{4EBC7D6F-397D-4C5A-AA62-F683F88531A2}"/>
              </a:ext>
            </a:extLst>
          </p:cNvPr>
          <p:cNvSpPr>
            <a:spLocks noGrp="1"/>
          </p:cNvSpPr>
          <p:nvPr>
            <p:ph type="pic" sz="quarter" idx="16"/>
          </p:nvPr>
        </p:nvSpPr>
        <p:spPr>
          <a:xfrm>
            <a:off x="4745684" y="2886075"/>
            <a:ext cx="1384133" cy="1845511"/>
          </a:xfrm>
          <a:solidFill>
            <a:schemeClr val="bg1">
              <a:lumMod val="95000"/>
            </a:schemeClr>
          </a:solidFill>
        </p:spPr>
        <p:txBody>
          <a:bodyPr rtlCol="0">
            <a:normAutofit/>
          </a:bodyPr>
          <a:lstStyle>
            <a:lvl1pPr marL="0" indent="0">
              <a:buNone/>
              <a:defRPr sz="1050"/>
            </a:lvl1pPr>
            <a:lvl2pPr marL="342900" indent="0" algn="l">
              <a:lnSpc>
                <a:spcPct val="100000"/>
              </a:lnSpc>
              <a:buNone/>
              <a:defRPr sz="1050">
                <a:solidFill>
                  <a:schemeClr val="tx1">
                    <a:lumMod val="75000"/>
                    <a:lumOff val="25000"/>
                  </a:schemeClr>
                </a:solidFill>
              </a:defRPr>
            </a:lvl2pPr>
          </a:lstStyle>
          <a:p>
            <a:pPr lvl="0" rtl="0"/>
            <a:r>
              <a:rPr lang="es-ES" noProof="0"/>
              <a:t>Haga clic en el icono para agregar una imagen</a:t>
            </a:r>
          </a:p>
        </p:txBody>
      </p:sp>
      <p:sp>
        <p:nvSpPr>
          <p:cNvPr id="19" name="Marcador de posición de imagen 10">
            <a:extLst>
              <a:ext uri="{FF2B5EF4-FFF2-40B4-BE49-F238E27FC236}">
                <a16:creationId xmlns:a16="http://schemas.microsoft.com/office/drawing/2014/main" id="{92E6B581-A522-4758-A9A4-8B9C7B860CF2}"/>
              </a:ext>
            </a:extLst>
          </p:cNvPr>
          <p:cNvSpPr>
            <a:spLocks noGrp="1"/>
          </p:cNvSpPr>
          <p:nvPr>
            <p:ph type="pic" sz="quarter" idx="17"/>
          </p:nvPr>
        </p:nvSpPr>
        <p:spPr>
          <a:xfrm>
            <a:off x="6560594" y="2886075"/>
            <a:ext cx="1384133" cy="1845511"/>
          </a:xfrm>
          <a:solidFill>
            <a:schemeClr val="bg1">
              <a:lumMod val="95000"/>
            </a:schemeClr>
          </a:solidFill>
        </p:spPr>
        <p:txBody>
          <a:bodyPr rtlCol="0">
            <a:normAutofit/>
          </a:bodyPr>
          <a:lstStyle>
            <a:lvl1pPr marL="0" indent="0" algn="l">
              <a:lnSpc>
                <a:spcPct val="100000"/>
              </a:lnSpc>
              <a:buNone/>
              <a:defRPr sz="1050">
                <a:solidFill>
                  <a:schemeClr val="tx1">
                    <a:lumMod val="75000"/>
                    <a:lumOff val="25000"/>
                  </a:schemeClr>
                </a:solidFill>
              </a:defRPr>
            </a:lvl1pPr>
          </a:lstStyle>
          <a:p>
            <a:pPr rtl="0"/>
            <a:r>
              <a:rPr lang="es-ES" noProof="0"/>
              <a:t>Haga clic en el icono para agregar una imagen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007437" y="5084525"/>
            <a:ext cx="1592807" cy="343061"/>
          </a:xfrm>
        </p:spPr>
        <p:txBody>
          <a:bodyPr rtlCol="0" anchor="ctr">
            <a:noAutofit/>
          </a:bodyPr>
          <a:lstStyle>
            <a:lvl1pPr marL="0" indent="0" algn="ctr">
              <a:buNone/>
              <a:defRPr lang="en-US" sz="105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23" name="Marcador de texto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2769736" y="5099207"/>
            <a:ext cx="1601816" cy="343061"/>
          </a:xfrm>
        </p:spPr>
        <p:txBody>
          <a:bodyPr rtlCol="0" anchor="ctr">
            <a:noAutofit/>
          </a:bodyPr>
          <a:lstStyle>
            <a:lvl1pPr marL="0" indent="0" algn="ctr">
              <a:buNone/>
              <a:defRPr lang="en-US" sz="105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24" name="Marcador de texto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4637734" y="5099207"/>
            <a:ext cx="1592807" cy="343061"/>
          </a:xfrm>
        </p:spPr>
        <p:txBody>
          <a:bodyPr rtlCol="0" anchor="ctr">
            <a:noAutofit/>
          </a:bodyPr>
          <a:lstStyle>
            <a:lvl1pPr marL="0" indent="0" algn="ctr">
              <a:buNone/>
              <a:defRPr lang="en-US" sz="105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25" name="Marcador de texto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6452644" y="5084525"/>
            <a:ext cx="1592807" cy="343061"/>
          </a:xfrm>
        </p:spPr>
        <p:txBody>
          <a:bodyPr rtlCol="0" anchor="ctr">
            <a:noAutofit/>
          </a:bodyPr>
          <a:lstStyle>
            <a:lvl1pPr marL="0" indent="0" algn="ctr">
              <a:buNone/>
              <a:defRPr lang="en-US" sz="105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26" name="Marcador de texto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115386" y="5464115"/>
            <a:ext cx="1384133" cy="343061"/>
          </a:xfrm>
        </p:spPr>
        <p:txBody>
          <a:bodyPr rtlCol="0" anchor="t">
            <a:noAutofit/>
          </a:bodyPr>
          <a:lstStyle>
            <a:lvl1pPr marL="0" indent="0" algn="ctr">
              <a:buNone/>
              <a:defRPr lang="en-US" sz="75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27" name="Marcador de texto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2877685" y="5478797"/>
            <a:ext cx="1391962" cy="343061"/>
          </a:xfrm>
        </p:spPr>
        <p:txBody>
          <a:bodyPr rtlCol="0" anchor="t">
            <a:noAutofit/>
          </a:bodyPr>
          <a:lstStyle>
            <a:lvl1pPr marL="0" indent="0" algn="ctr">
              <a:buNone/>
              <a:defRPr lang="en-US" sz="75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28" name="Marcador de texto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4745683" y="5478797"/>
            <a:ext cx="1384133" cy="343061"/>
          </a:xfrm>
        </p:spPr>
        <p:txBody>
          <a:bodyPr rtlCol="0" anchor="t">
            <a:noAutofit/>
          </a:bodyPr>
          <a:lstStyle>
            <a:lvl1pPr marL="0" indent="0" algn="ctr">
              <a:buNone/>
              <a:defRPr lang="en-US" sz="75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29" name="Marcador de texto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6560593" y="5464115"/>
            <a:ext cx="1384133" cy="343061"/>
          </a:xfrm>
        </p:spPr>
        <p:txBody>
          <a:bodyPr rtlCol="0" anchor="t">
            <a:noAutofit/>
          </a:bodyPr>
          <a:lstStyle>
            <a:lvl1pPr marL="0" indent="0" algn="ctr">
              <a:buNone/>
              <a:defRPr lang="en-US" sz="75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675"/>
            </a:lvl1pPr>
          </a:lstStyle>
          <a:p>
            <a:pPr rtl="0"/>
            <a:r>
              <a:rPr lang="es-ES"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675"/>
            </a:lvl1pPr>
          </a:lstStyle>
          <a:p>
            <a:pPr rtl="0"/>
            <a:r>
              <a:rPr lang="es-ES" noProof="0"/>
              <a:t>Presentación para inversores</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675"/>
            </a:lvl1pPr>
          </a:lstStyle>
          <a:p>
            <a:pPr rtl="0"/>
            <a:fld id="{B5CEABB6-07DC-46E8-9B57-56EC44A396E5}" type="slidenum">
              <a:rPr lang="es-ES" noProof="0" smtClean="0"/>
              <a:t>‹Nº›</a:t>
            </a:fld>
            <a:endParaRPr lang="es-ES" noProof="0"/>
          </a:p>
        </p:txBody>
      </p:sp>
      <p:cxnSp>
        <p:nvCxnSpPr>
          <p:cNvPr id="10" name="Conector recto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5500687" y="0"/>
            <a:ext cx="3643313"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8615362" y="1"/>
            <a:ext cx="528638"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702"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Diapositiva de equipo de 8 personas">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413867" y="892178"/>
            <a:ext cx="6316266" cy="1325563"/>
          </a:xfrm>
        </p:spPr>
        <p:txBody>
          <a:bodyPr rtlCol="0">
            <a:normAutofit/>
          </a:bodyPr>
          <a:lstStyle>
            <a:lvl1pPr algn="ctr">
              <a:defRPr lang="en-US" sz="2100" kern="1200" spc="113" baseline="0" dirty="0">
                <a:solidFill>
                  <a:schemeClr val="bg1">
                    <a:lumMod val="75000"/>
                    <a:lumOff val="25000"/>
                  </a:schemeClr>
                </a:solidFill>
                <a:latin typeface="+mj-lt"/>
                <a:ea typeface="+mj-ea"/>
                <a:cs typeface="+mj-cs"/>
              </a:defRPr>
            </a:lvl1pPr>
          </a:lstStyle>
          <a:p>
            <a:pPr rtl="0"/>
            <a:r>
              <a:rPr lang="es-ES" noProof="0"/>
              <a:t>HAGA CLIC PARA MODIFICAR EL ESTILO DEL TÍTULO MAESTRO</a:t>
            </a:r>
          </a:p>
        </p:txBody>
      </p:sp>
      <p:sp>
        <p:nvSpPr>
          <p:cNvPr id="11" name="Marcador de posición de imagen 10">
            <a:extLst>
              <a:ext uri="{FF2B5EF4-FFF2-40B4-BE49-F238E27FC236}">
                <a16:creationId xmlns:a16="http://schemas.microsoft.com/office/drawing/2014/main" id="{B0BDE76A-30A6-4268-9656-28A484C3DCC9}"/>
              </a:ext>
            </a:extLst>
          </p:cNvPr>
          <p:cNvSpPr>
            <a:spLocks noGrp="1"/>
          </p:cNvSpPr>
          <p:nvPr>
            <p:ph type="pic" sz="quarter" idx="14"/>
          </p:nvPr>
        </p:nvSpPr>
        <p:spPr>
          <a:xfrm>
            <a:off x="1407882" y="2428875"/>
            <a:ext cx="800100" cy="1066800"/>
          </a:xfrm>
          <a:solidFill>
            <a:schemeClr val="tx1"/>
          </a:solidFill>
        </p:spPr>
        <p:txBody>
          <a:bodyPr rtlCol="0">
            <a:normAutofit/>
          </a:bodyPr>
          <a:lstStyle>
            <a:lvl1pPr marL="0" indent="0">
              <a:lnSpc>
                <a:spcPct val="100000"/>
              </a:lnSpc>
              <a:buNone/>
              <a:defRPr sz="675">
                <a:solidFill>
                  <a:schemeClr val="bg1">
                    <a:lumMod val="75000"/>
                    <a:lumOff val="25000"/>
                  </a:schemeClr>
                </a:solidFill>
              </a:defRPr>
            </a:lvl1pPr>
          </a:lstStyle>
          <a:p>
            <a:pPr rtl="0"/>
            <a:r>
              <a:rPr lang="es-ES" noProof="0"/>
              <a:t>Haga clic en el icono para agregar una imagen</a:t>
            </a:r>
          </a:p>
        </p:txBody>
      </p:sp>
      <p:sp>
        <p:nvSpPr>
          <p:cNvPr id="17" name="Marcador de posición de imagen 10">
            <a:extLst>
              <a:ext uri="{FF2B5EF4-FFF2-40B4-BE49-F238E27FC236}">
                <a16:creationId xmlns:a16="http://schemas.microsoft.com/office/drawing/2014/main" id="{C4CA5C9C-91D5-44B1-A82A-A49732B4691A}"/>
              </a:ext>
            </a:extLst>
          </p:cNvPr>
          <p:cNvSpPr>
            <a:spLocks noGrp="1"/>
          </p:cNvSpPr>
          <p:nvPr>
            <p:ph type="pic" sz="quarter" idx="15"/>
          </p:nvPr>
        </p:nvSpPr>
        <p:spPr>
          <a:xfrm>
            <a:off x="3169703" y="2428875"/>
            <a:ext cx="800100" cy="1066800"/>
          </a:xfrm>
          <a:solidFill>
            <a:schemeClr val="tx1"/>
          </a:solidFill>
        </p:spPr>
        <p:txBody>
          <a:bodyPr rtlCol="0">
            <a:normAutofit/>
          </a:bodyPr>
          <a:lstStyle>
            <a:lvl1pPr marL="0" indent="0">
              <a:lnSpc>
                <a:spcPct val="100000"/>
              </a:lnSpc>
              <a:buNone/>
              <a:defRPr sz="675">
                <a:solidFill>
                  <a:schemeClr val="bg1">
                    <a:lumMod val="75000"/>
                    <a:lumOff val="25000"/>
                  </a:schemeClr>
                </a:solidFill>
              </a:defRPr>
            </a:lvl1pPr>
          </a:lstStyle>
          <a:p>
            <a:pPr rtl="0"/>
            <a:r>
              <a:rPr lang="es-ES" noProof="0"/>
              <a:t>Haga clic en el icono para agregar una imagen</a:t>
            </a:r>
          </a:p>
        </p:txBody>
      </p:sp>
      <p:sp>
        <p:nvSpPr>
          <p:cNvPr id="18" name="Marcador de posición de imagen 10">
            <a:extLst>
              <a:ext uri="{FF2B5EF4-FFF2-40B4-BE49-F238E27FC236}">
                <a16:creationId xmlns:a16="http://schemas.microsoft.com/office/drawing/2014/main" id="{4EBC7D6F-397D-4C5A-AA62-F683F88531A2}"/>
              </a:ext>
            </a:extLst>
          </p:cNvPr>
          <p:cNvSpPr>
            <a:spLocks noGrp="1"/>
          </p:cNvSpPr>
          <p:nvPr>
            <p:ph type="pic" sz="quarter" idx="16"/>
          </p:nvPr>
        </p:nvSpPr>
        <p:spPr>
          <a:xfrm>
            <a:off x="5037701" y="2428875"/>
            <a:ext cx="800100" cy="1066800"/>
          </a:xfrm>
          <a:solidFill>
            <a:schemeClr val="tx1"/>
          </a:solidFill>
        </p:spPr>
        <p:txBody>
          <a:bodyPr rtlCol="0">
            <a:noAutofit/>
          </a:bodyPr>
          <a:lstStyle>
            <a:lvl1pPr marL="0" indent="0" algn="l">
              <a:buNone/>
              <a:defRPr sz="675">
                <a:solidFill>
                  <a:schemeClr val="bg1">
                    <a:lumMod val="75000"/>
                    <a:lumOff val="25000"/>
                  </a:schemeClr>
                </a:solidFill>
              </a:defRPr>
            </a:lvl1pPr>
            <a:lvl2pPr marL="342900" indent="0">
              <a:lnSpc>
                <a:spcPct val="100000"/>
              </a:lnSpc>
              <a:buNone/>
              <a:defRPr sz="675">
                <a:solidFill>
                  <a:schemeClr val="bg1">
                    <a:lumMod val="75000"/>
                    <a:lumOff val="25000"/>
                  </a:schemeClr>
                </a:solidFill>
              </a:defRPr>
            </a:lvl2pPr>
          </a:lstStyle>
          <a:p>
            <a:pPr lvl="0" rtl="0"/>
            <a:r>
              <a:rPr lang="es-ES" noProof="0"/>
              <a:t>Haga clic en el icono para agregar una imagen</a:t>
            </a:r>
          </a:p>
        </p:txBody>
      </p:sp>
      <p:sp>
        <p:nvSpPr>
          <p:cNvPr id="19" name="Marcador de posición de imagen 10">
            <a:extLst>
              <a:ext uri="{FF2B5EF4-FFF2-40B4-BE49-F238E27FC236}">
                <a16:creationId xmlns:a16="http://schemas.microsoft.com/office/drawing/2014/main" id="{92E6B581-A522-4758-A9A4-8B9C7B860CF2}"/>
              </a:ext>
            </a:extLst>
          </p:cNvPr>
          <p:cNvSpPr>
            <a:spLocks noGrp="1"/>
          </p:cNvSpPr>
          <p:nvPr>
            <p:ph type="pic" sz="quarter" idx="17"/>
          </p:nvPr>
        </p:nvSpPr>
        <p:spPr>
          <a:xfrm>
            <a:off x="6852611" y="2428875"/>
            <a:ext cx="800100" cy="1066800"/>
          </a:xfrm>
          <a:solidFill>
            <a:schemeClr val="tx1"/>
          </a:solidFill>
        </p:spPr>
        <p:txBody>
          <a:bodyPr rtlCol="0">
            <a:normAutofit/>
          </a:bodyPr>
          <a:lstStyle>
            <a:lvl1pPr marL="0" indent="0">
              <a:lnSpc>
                <a:spcPct val="100000"/>
              </a:lnSpc>
              <a:buNone/>
              <a:defRPr sz="675">
                <a:solidFill>
                  <a:schemeClr val="bg1">
                    <a:lumMod val="75000"/>
                    <a:lumOff val="25000"/>
                  </a:schemeClr>
                </a:solidFill>
              </a:defRPr>
            </a:lvl1pPr>
          </a:lstStyle>
          <a:p>
            <a:pPr rtl="0"/>
            <a:r>
              <a:rPr lang="es-ES" noProof="0"/>
              <a:t>Haga clic en el icono para agregar una imagen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125126" y="3654379"/>
            <a:ext cx="1371600" cy="343061"/>
          </a:xfrm>
        </p:spPr>
        <p:txBody>
          <a:bodyPr rtlCol="0" anchor="t">
            <a:noAutofit/>
          </a:bodyPr>
          <a:lstStyle>
            <a:lvl1pPr marL="0" indent="0" algn="ctr">
              <a:buNone/>
              <a:defRPr lang="en-US" sz="788"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26" name="Marcador de texto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042590" y="3782040"/>
            <a:ext cx="1543050" cy="343061"/>
          </a:xfrm>
        </p:spPr>
        <p:txBody>
          <a:bodyPr rtlCol="0" anchor="ctr">
            <a:noAutofit/>
          </a:bodyPr>
          <a:lstStyle>
            <a:lvl1pPr marL="0" indent="0" algn="ctr">
              <a:buNone/>
              <a:defRPr lang="en-US" sz="675"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23" name="Marcador de texto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2886947" y="3669061"/>
            <a:ext cx="1371600" cy="343061"/>
          </a:xfrm>
        </p:spPr>
        <p:txBody>
          <a:bodyPr rtlCol="0" anchor="t">
            <a:noAutofit/>
          </a:bodyPr>
          <a:lstStyle>
            <a:lvl1pPr marL="0" indent="0" algn="ctr">
              <a:buNone/>
              <a:defRPr lang="en-US" sz="788"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27" name="Marcador de texto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2804411" y="3796722"/>
            <a:ext cx="1543050" cy="343061"/>
          </a:xfrm>
        </p:spPr>
        <p:txBody>
          <a:bodyPr rtlCol="0" anchor="ctr">
            <a:noAutofit/>
          </a:bodyPr>
          <a:lstStyle>
            <a:lvl1pPr marL="0" indent="0" algn="ctr">
              <a:buNone/>
              <a:defRPr lang="en-US" sz="675"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24" name="Marcador de texto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4754945" y="3669061"/>
            <a:ext cx="1371600" cy="343061"/>
          </a:xfrm>
        </p:spPr>
        <p:txBody>
          <a:bodyPr rtlCol="0" anchor="t">
            <a:noAutofit/>
          </a:bodyPr>
          <a:lstStyle>
            <a:lvl1pPr marL="0" indent="0" algn="ctr">
              <a:buNone/>
              <a:defRPr lang="en-US" sz="788"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28" name="Marcador de texto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4663472" y="3796722"/>
            <a:ext cx="1543050" cy="343061"/>
          </a:xfrm>
        </p:spPr>
        <p:txBody>
          <a:bodyPr rtlCol="0" anchor="ctr">
            <a:noAutofit/>
          </a:bodyPr>
          <a:lstStyle>
            <a:lvl1pPr marL="0" indent="0" algn="ctr">
              <a:buNone/>
              <a:defRPr lang="en-US" sz="675"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25" name="Marcador de texto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6569855" y="3654379"/>
            <a:ext cx="1371600" cy="343061"/>
          </a:xfrm>
        </p:spPr>
        <p:txBody>
          <a:bodyPr rtlCol="0" anchor="t">
            <a:noAutofit/>
          </a:bodyPr>
          <a:lstStyle>
            <a:lvl1pPr marL="0" indent="0" algn="ctr">
              <a:buNone/>
              <a:defRPr lang="en-US" sz="788"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29" name="Marcador de texto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6475824" y="3782040"/>
            <a:ext cx="1543050" cy="343061"/>
          </a:xfrm>
        </p:spPr>
        <p:txBody>
          <a:bodyPr rtlCol="0" anchor="ctr">
            <a:noAutofit/>
          </a:bodyPr>
          <a:lstStyle>
            <a:lvl1pPr marL="0" indent="0" algn="ctr">
              <a:buNone/>
              <a:defRPr lang="en-US" sz="675"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55" name="Marcador de posición de imagen 10">
            <a:extLst>
              <a:ext uri="{FF2B5EF4-FFF2-40B4-BE49-F238E27FC236}">
                <a16:creationId xmlns:a16="http://schemas.microsoft.com/office/drawing/2014/main" id="{1EBAEB1D-A7F9-4F90-B642-4277D3802BAB}"/>
              </a:ext>
            </a:extLst>
          </p:cNvPr>
          <p:cNvSpPr>
            <a:spLocks noGrp="1"/>
          </p:cNvSpPr>
          <p:nvPr>
            <p:ph type="pic" sz="quarter" idx="26"/>
          </p:nvPr>
        </p:nvSpPr>
        <p:spPr>
          <a:xfrm>
            <a:off x="1407882" y="4287711"/>
            <a:ext cx="800100" cy="1066800"/>
          </a:xfrm>
          <a:solidFill>
            <a:schemeClr val="tx1"/>
          </a:solidFill>
        </p:spPr>
        <p:txBody>
          <a:bodyPr rtlCol="0">
            <a:normAutofit/>
          </a:bodyPr>
          <a:lstStyle>
            <a:lvl1pPr marL="0" indent="0">
              <a:lnSpc>
                <a:spcPct val="100000"/>
              </a:lnSpc>
              <a:buNone/>
              <a:defRPr sz="675">
                <a:solidFill>
                  <a:schemeClr val="bg1">
                    <a:lumMod val="75000"/>
                    <a:lumOff val="25000"/>
                  </a:schemeClr>
                </a:solidFill>
              </a:defRPr>
            </a:lvl1pPr>
          </a:lstStyle>
          <a:p>
            <a:pPr rtl="0"/>
            <a:r>
              <a:rPr lang="es-ES" noProof="0"/>
              <a:t>Haga clic en el icono para agregar una imagen</a:t>
            </a:r>
          </a:p>
        </p:txBody>
      </p:sp>
      <p:sp>
        <p:nvSpPr>
          <p:cNvPr id="56" name="Marcador de posición de imagen 10">
            <a:extLst>
              <a:ext uri="{FF2B5EF4-FFF2-40B4-BE49-F238E27FC236}">
                <a16:creationId xmlns:a16="http://schemas.microsoft.com/office/drawing/2014/main" id="{9461A69E-14C8-4325-89AF-D4257C1C05BA}"/>
              </a:ext>
            </a:extLst>
          </p:cNvPr>
          <p:cNvSpPr>
            <a:spLocks noGrp="1"/>
          </p:cNvSpPr>
          <p:nvPr>
            <p:ph type="pic" sz="quarter" idx="27"/>
          </p:nvPr>
        </p:nvSpPr>
        <p:spPr>
          <a:xfrm>
            <a:off x="3169703" y="4287711"/>
            <a:ext cx="800100" cy="1066800"/>
          </a:xfrm>
          <a:solidFill>
            <a:schemeClr val="tx1"/>
          </a:solidFill>
        </p:spPr>
        <p:txBody>
          <a:bodyPr rtlCol="0">
            <a:normAutofit/>
          </a:bodyPr>
          <a:lstStyle>
            <a:lvl1pPr marL="0" indent="0">
              <a:lnSpc>
                <a:spcPct val="100000"/>
              </a:lnSpc>
              <a:buNone/>
              <a:defRPr sz="675">
                <a:solidFill>
                  <a:schemeClr val="bg1">
                    <a:lumMod val="75000"/>
                    <a:lumOff val="25000"/>
                  </a:schemeClr>
                </a:solidFill>
              </a:defRPr>
            </a:lvl1pPr>
          </a:lstStyle>
          <a:p>
            <a:pPr rtl="0"/>
            <a:r>
              <a:rPr lang="es-ES" noProof="0"/>
              <a:t>Haga clic en el icono para agregar una imagen</a:t>
            </a:r>
          </a:p>
        </p:txBody>
      </p:sp>
      <p:sp>
        <p:nvSpPr>
          <p:cNvPr id="57" name="Marcador de posición de imagen 10">
            <a:extLst>
              <a:ext uri="{FF2B5EF4-FFF2-40B4-BE49-F238E27FC236}">
                <a16:creationId xmlns:a16="http://schemas.microsoft.com/office/drawing/2014/main" id="{0FB38616-82FB-4DAD-A82E-3777ACB41148}"/>
              </a:ext>
            </a:extLst>
          </p:cNvPr>
          <p:cNvSpPr>
            <a:spLocks noGrp="1"/>
          </p:cNvSpPr>
          <p:nvPr>
            <p:ph type="pic" sz="quarter" idx="28"/>
          </p:nvPr>
        </p:nvSpPr>
        <p:spPr>
          <a:xfrm>
            <a:off x="5037701" y="4287711"/>
            <a:ext cx="800100" cy="1066800"/>
          </a:xfrm>
          <a:solidFill>
            <a:schemeClr val="tx1"/>
          </a:solidFill>
        </p:spPr>
        <p:txBody>
          <a:bodyPr rtlCol="0">
            <a:normAutofit/>
          </a:bodyPr>
          <a:lstStyle>
            <a:lvl1pPr marL="0" indent="0">
              <a:buNone/>
              <a:defRPr sz="675">
                <a:solidFill>
                  <a:schemeClr val="bg1">
                    <a:lumMod val="75000"/>
                    <a:lumOff val="25000"/>
                  </a:schemeClr>
                </a:solidFill>
              </a:defRPr>
            </a:lvl1pPr>
            <a:lvl2pPr marL="342900" indent="0">
              <a:lnSpc>
                <a:spcPct val="100000"/>
              </a:lnSpc>
              <a:buNone/>
              <a:defRPr sz="675">
                <a:solidFill>
                  <a:schemeClr val="bg1">
                    <a:lumMod val="75000"/>
                    <a:lumOff val="25000"/>
                  </a:schemeClr>
                </a:solidFill>
              </a:defRPr>
            </a:lvl2pPr>
          </a:lstStyle>
          <a:p>
            <a:pPr lvl="0" rtl="0"/>
            <a:r>
              <a:rPr lang="es-ES" noProof="0"/>
              <a:t>Haga clic en el icono para agregar una imagen</a:t>
            </a:r>
          </a:p>
        </p:txBody>
      </p:sp>
      <p:sp>
        <p:nvSpPr>
          <p:cNvPr id="58" name="Marcador de posición de imagen 10">
            <a:extLst>
              <a:ext uri="{FF2B5EF4-FFF2-40B4-BE49-F238E27FC236}">
                <a16:creationId xmlns:a16="http://schemas.microsoft.com/office/drawing/2014/main" id="{622ED9F4-EB9B-4588-8501-BFECB846EE73}"/>
              </a:ext>
            </a:extLst>
          </p:cNvPr>
          <p:cNvSpPr>
            <a:spLocks noGrp="1"/>
          </p:cNvSpPr>
          <p:nvPr>
            <p:ph type="pic" sz="quarter" idx="29"/>
          </p:nvPr>
        </p:nvSpPr>
        <p:spPr>
          <a:xfrm>
            <a:off x="6852611" y="4287711"/>
            <a:ext cx="800100" cy="1066800"/>
          </a:xfrm>
          <a:solidFill>
            <a:schemeClr val="tx1"/>
          </a:solidFill>
        </p:spPr>
        <p:txBody>
          <a:bodyPr rtlCol="0">
            <a:normAutofit/>
          </a:bodyPr>
          <a:lstStyle>
            <a:lvl1pPr marL="0" indent="0">
              <a:lnSpc>
                <a:spcPct val="100000"/>
              </a:lnSpc>
              <a:buNone/>
              <a:defRPr sz="675">
                <a:solidFill>
                  <a:schemeClr val="bg1">
                    <a:lumMod val="75000"/>
                    <a:lumOff val="25000"/>
                  </a:schemeClr>
                </a:solidFill>
              </a:defRPr>
            </a:lvl1pPr>
          </a:lstStyle>
          <a:p>
            <a:pPr rtl="0"/>
            <a:r>
              <a:rPr lang="es-ES" noProof="0"/>
              <a:t>Haga clic en el icono para agregar una imagen</a:t>
            </a:r>
          </a:p>
        </p:txBody>
      </p:sp>
      <p:sp>
        <p:nvSpPr>
          <p:cNvPr id="54" name="Marcador de texto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125126" y="5513215"/>
            <a:ext cx="1371600" cy="343061"/>
          </a:xfrm>
        </p:spPr>
        <p:txBody>
          <a:bodyPr rtlCol="0" anchor="t">
            <a:noAutofit/>
          </a:bodyPr>
          <a:lstStyle>
            <a:lvl1pPr marL="0" indent="0" algn="ctr">
              <a:buNone/>
              <a:defRPr lang="en-US" sz="788"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62" name="Marcador de texto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042590" y="5640876"/>
            <a:ext cx="1543050" cy="343061"/>
          </a:xfrm>
        </p:spPr>
        <p:txBody>
          <a:bodyPr rtlCol="0" anchor="ctr">
            <a:noAutofit/>
          </a:bodyPr>
          <a:lstStyle>
            <a:lvl1pPr marL="0" indent="0" algn="ctr">
              <a:buNone/>
              <a:defRPr lang="en-US" sz="675"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59" name="Marcador de texto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2886947" y="5527897"/>
            <a:ext cx="1371600" cy="343061"/>
          </a:xfrm>
        </p:spPr>
        <p:txBody>
          <a:bodyPr rtlCol="0" anchor="t">
            <a:noAutofit/>
          </a:bodyPr>
          <a:lstStyle>
            <a:lvl1pPr marL="0" indent="0" algn="ctr">
              <a:buNone/>
              <a:defRPr lang="en-US" sz="788"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63" name="Marcador de texto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2804411" y="5655558"/>
            <a:ext cx="1543050" cy="343061"/>
          </a:xfrm>
        </p:spPr>
        <p:txBody>
          <a:bodyPr rtlCol="0" anchor="ctr">
            <a:noAutofit/>
          </a:bodyPr>
          <a:lstStyle>
            <a:lvl1pPr marL="0" indent="0" algn="ctr">
              <a:buNone/>
              <a:defRPr lang="en-US" sz="675"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60" name="Marcador de texto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4754945" y="5527897"/>
            <a:ext cx="1371600" cy="343061"/>
          </a:xfrm>
        </p:spPr>
        <p:txBody>
          <a:bodyPr rtlCol="0" anchor="t">
            <a:noAutofit/>
          </a:bodyPr>
          <a:lstStyle>
            <a:lvl1pPr marL="0" indent="0" algn="ctr">
              <a:buNone/>
              <a:defRPr lang="en-US" sz="788"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64" name="Marcador de texto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4672409" y="5655558"/>
            <a:ext cx="1543050" cy="343061"/>
          </a:xfrm>
        </p:spPr>
        <p:txBody>
          <a:bodyPr rtlCol="0" anchor="ctr">
            <a:noAutofit/>
          </a:bodyPr>
          <a:lstStyle>
            <a:lvl1pPr marL="0" indent="0" algn="ctr">
              <a:buNone/>
              <a:defRPr lang="en-US" sz="675"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61" name="Marcador de texto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6569855" y="5513215"/>
            <a:ext cx="1371600" cy="343061"/>
          </a:xfrm>
        </p:spPr>
        <p:txBody>
          <a:bodyPr rtlCol="0" anchor="t">
            <a:noAutofit/>
          </a:bodyPr>
          <a:lstStyle>
            <a:lvl1pPr marL="0" indent="0" algn="ctr">
              <a:buNone/>
              <a:defRPr lang="en-US" sz="788"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65" name="Marcador de texto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6475824" y="5640876"/>
            <a:ext cx="1543050" cy="343061"/>
          </a:xfrm>
        </p:spPr>
        <p:txBody>
          <a:bodyPr rtlCol="0" anchor="ctr">
            <a:noAutofit/>
          </a:bodyPr>
          <a:lstStyle>
            <a:lvl1pPr marL="0" indent="0" algn="ctr">
              <a:buNone/>
              <a:defRPr lang="en-US" sz="675" kern="1200" spc="113" baseline="0" dirty="0" smtClean="0">
                <a:solidFill>
                  <a:schemeClr val="bg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675">
                <a:solidFill>
                  <a:srgbClr val="898989"/>
                </a:solidFill>
              </a:defRPr>
            </a:lvl1pPr>
          </a:lstStyle>
          <a:p>
            <a:pPr rtl="0"/>
            <a:r>
              <a:rPr lang="es-ES"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675">
                <a:solidFill>
                  <a:srgbClr val="898989"/>
                </a:solidFill>
              </a:defRPr>
            </a:lvl1pPr>
          </a:lstStyle>
          <a:p>
            <a:pPr rtl="0"/>
            <a:r>
              <a:rPr lang="es-ES" noProof="0"/>
              <a:t>Presentación para inversores</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675">
                <a:solidFill>
                  <a:srgbClr val="898989"/>
                </a:solidFill>
              </a:defRPr>
            </a:lvl1pPr>
          </a:lstStyle>
          <a:p>
            <a:pPr rtl="0"/>
            <a:fld id="{B5CEABB6-07DC-46E8-9B57-56EC44A396E5}" type="slidenum">
              <a:rPr lang="es-ES" noProof="0" smtClean="0"/>
              <a:t>‹Nº›</a:t>
            </a:fld>
            <a:endParaRPr lang="es-ES" noProof="0"/>
          </a:p>
        </p:txBody>
      </p:sp>
      <p:pic>
        <p:nvPicPr>
          <p:cNvPr id="13" name="Gráfico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4"/>
            <a:ext cx="1543050" cy="1647825"/>
          </a:xfrm>
          <a:prstGeom prst="rect">
            <a:avLst/>
          </a:prstGeom>
        </p:spPr>
      </p:pic>
      <p:pic>
        <p:nvPicPr>
          <p:cNvPr id="14" name="Gráfico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286750" y="5180889"/>
            <a:ext cx="85725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ido  3">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413867" y="892178"/>
            <a:ext cx="6316266" cy="1325563"/>
          </a:xfrm>
        </p:spPr>
        <p:txBody>
          <a:bodyPr rtlCol="0">
            <a:normAutofit/>
          </a:bodyPr>
          <a:lstStyle>
            <a:lvl1pPr algn="ctr">
              <a:defRPr lang="en-US" sz="2100" kern="1200" spc="113" baseline="0" dirty="0">
                <a:solidFill>
                  <a:schemeClr val="tx1">
                    <a:lumMod val="75000"/>
                    <a:lumOff val="25000"/>
                  </a:schemeClr>
                </a:solidFill>
                <a:latin typeface="+mj-lt"/>
                <a:ea typeface="+mj-ea"/>
                <a:cs typeface="+mj-cs"/>
              </a:defRPr>
            </a:lvl1pPr>
          </a:lstStyle>
          <a:p>
            <a:pPr rtl="0"/>
            <a:r>
              <a:rPr lang="es-ES" noProof="0"/>
              <a:t>HAGA CLIC PARA MODIFICAR EL ESTILO DEL TÍTULO MAESTRO</a:t>
            </a:r>
          </a:p>
        </p:txBody>
      </p:sp>
      <p:sp>
        <p:nvSpPr>
          <p:cNvPr id="11" name="Marcador de contenido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806585" y="2370670"/>
            <a:ext cx="1392174" cy="1664208"/>
          </a:xfrm>
        </p:spPr>
        <p:txBody>
          <a:bodyPr rtlCol="0">
            <a:noAutofit/>
          </a:bodyPr>
          <a:lstStyle>
            <a:lvl1pPr marL="0" indent="0" algn="ctr">
              <a:buNone/>
              <a:defRPr sz="1050"/>
            </a:lvl1pPr>
            <a:lvl2pPr marL="342900" indent="0">
              <a:buNone/>
              <a:defRPr sz="900"/>
            </a:lvl2pPr>
            <a:lvl3pPr marL="685800" indent="0">
              <a:buNone/>
              <a:defRPr sz="825"/>
            </a:lvl3pPr>
            <a:lvl4pPr marL="1028700" indent="0">
              <a:buNone/>
              <a:defRPr sz="788"/>
            </a:lvl4pPr>
            <a:lvl5pPr marL="1371600" indent="0">
              <a:buNone/>
              <a:defRPr sz="788"/>
            </a:lvl5pPr>
          </a:lstStyle>
          <a:p>
            <a:pPr lvl="0" rtl="0"/>
            <a:r>
              <a:rPr lang="es-ES" noProof="0"/>
              <a:t>Haga clic para agregar contenido</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628650" y="3788814"/>
            <a:ext cx="1748045" cy="804859"/>
          </a:xfrm>
        </p:spPr>
        <p:txBody>
          <a:bodyPr lIns="0" rIns="0" rtlCol="0" anchor="b">
            <a:noAutofit/>
          </a:bodyPr>
          <a:lstStyle>
            <a:lvl1pPr marL="0" indent="0" algn="ctr">
              <a:buNone/>
              <a:defRPr lang="en-US" sz="240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a:t>
            </a:r>
          </a:p>
        </p:txBody>
      </p:sp>
      <p:sp>
        <p:nvSpPr>
          <p:cNvPr id="17" name="Marcador de texto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628650" y="4464811"/>
            <a:ext cx="1748045" cy="438505"/>
          </a:xfrm>
        </p:spPr>
        <p:txBody>
          <a:bodyPr lIns="0" rIns="0" rtlCol="0" anchor="b">
            <a:noAutofit/>
          </a:bodyPr>
          <a:lstStyle>
            <a:lvl1pPr marL="0" indent="0" algn="ctr">
              <a:buNone/>
              <a:defRPr lang="en-US" sz="105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4" name="Marcador de contenido 3">
            <a:extLst>
              <a:ext uri="{FF2B5EF4-FFF2-40B4-BE49-F238E27FC236}">
                <a16:creationId xmlns:a16="http://schemas.microsoft.com/office/drawing/2014/main" id="{AC9B20CF-6B91-4562-B799-0ABDAEBC0D2A}"/>
              </a:ext>
            </a:extLst>
          </p:cNvPr>
          <p:cNvSpPr>
            <a:spLocks noGrp="1"/>
          </p:cNvSpPr>
          <p:nvPr>
            <p:ph sz="half" idx="2"/>
          </p:nvPr>
        </p:nvSpPr>
        <p:spPr>
          <a:xfrm>
            <a:off x="628650" y="5120723"/>
            <a:ext cx="1748045" cy="853167"/>
          </a:xfrm>
        </p:spPr>
        <p:txBody>
          <a:bodyPr lIns="0" rIns="0" rtlCol="0">
            <a:normAutofit/>
          </a:bodyPr>
          <a:lstStyle>
            <a:lvl1pPr marL="0" indent="0" algn="ctr">
              <a:lnSpc>
                <a:spcPct val="100000"/>
              </a:lnSpc>
              <a:buNone/>
              <a:defRPr sz="1050" spc="38" baseline="0">
                <a:solidFill>
                  <a:schemeClr val="tx1">
                    <a:lumMod val="75000"/>
                    <a:lumOff val="25000"/>
                  </a:schemeClr>
                </a:solidFill>
              </a:defRPr>
            </a:lvl1pPr>
            <a:lvl2pPr marL="342900" indent="0">
              <a:lnSpc>
                <a:spcPct val="100000"/>
              </a:lnSpc>
              <a:buNone/>
              <a:defRPr sz="1050" spc="38" baseline="0"/>
            </a:lvl2pPr>
            <a:lvl3pPr marL="685800" indent="0">
              <a:lnSpc>
                <a:spcPct val="100000"/>
              </a:lnSpc>
              <a:buNone/>
              <a:defRPr sz="1050" spc="38" baseline="0"/>
            </a:lvl3pPr>
            <a:lvl4pPr marL="1028700" indent="0">
              <a:lnSpc>
                <a:spcPct val="100000"/>
              </a:lnSpc>
              <a:buNone/>
              <a:defRPr sz="1050" spc="38" baseline="0"/>
            </a:lvl4pPr>
            <a:lvl5pPr marL="1371600" indent="0">
              <a:lnSpc>
                <a:spcPct val="100000"/>
              </a:lnSpc>
              <a:buNone/>
              <a:defRPr sz="1050" spc="38" baseline="0"/>
            </a:lvl5pPr>
          </a:lstStyle>
          <a:p>
            <a:pPr lvl="0" rtl="0"/>
            <a:r>
              <a:rPr lang="es-ES" noProof="0"/>
              <a:t>Haga clic para modificar los estilos de texto del patrón</a:t>
            </a:r>
          </a:p>
        </p:txBody>
      </p:sp>
      <p:sp>
        <p:nvSpPr>
          <p:cNvPr id="24" name="Marcador de contenido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2854238" y="2370670"/>
            <a:ext cx="1392174" cy="1664208"/>
          </a:xfrm>
        </p:spPr>
        <p:txBody>
          <a:bodyPr rtlCol="0">
            <a:noAutofit/>
          </a:bodyPr>
          <a:lstStyle>
            <a:lvl1pPr marL="0" indent="0" algn="ctr">
              <a:buNone/>
              <a:defRPr sz="1050"/>
            </a:lvl1pPr>
            <a:lvl2pPr marL="342900" indent="0">
              <a:buNone/>
              <a:defRPr sz="900"/>
            </a:lvl2pPr>
            <a:lvl3pPr marL="685800" indent="0">
              <a:buNone/>
              <a:defRPr sz="825"/>
            </a:lvl3pPr>
            <a:lvl4pPr marL="1028700" indent="0">
              <a:buNone/>
              <a:defRPr sz="788"/>
            </a:lvl4pPr>
            <a:lvl5pPr marL="1371600" indent="0">
              <a:buNone/>
              <a:defRPr sz="788"/>
            </a:lvl5pPr>
          </a:lstStyle>
          <a:p>
            <a:pPr lvl="0" rtl="0"/>
            <a:r>
              <a:rPr lang="es-ES" noProof="0"/>
              <a:t>Haga clic para agregar contenido</a:t>
            </a:r>
          </a:p>
        </p:txBody>
      </p:sp>
      <p:sp>
        <p:nvSpPr>
          <p:cNvPr id="5" name="Marcador de texto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2671999" y="3788814"/>
            <a:ext cx="1756654" cy="804859"/>
          </a:xfrm>
        </p:spPr>
        <p:txBody>
          <a:bodyPr lIns="0" rIns="0" rtlCol="0" anchor="b">
            <a:noAutofit/>
          </a:bodyPr>
          <a:lstStyle>
            <a:lvl1pPr marL="0" indent="0" algn="ctr">
              <a:buNone/>
              <a:defRPr lang="en-US" sz="240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a:t>
            </a:r>
          </a:p>
        </p:txBody>
      </p:sp>
      <p:sp>
        <p:nvSpPr>
          <p:cNvPr id="18" name="Marcador de texto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2671999" y="4464811"/>
            <a:ext cx="1756654" cy="438505"/>
          </a:xfrm>
        </p:spPr>
        <p:txBody>
          <a:bodyPr lIns="0" rIns="0" rtlCol="0" anchor="b">
            <a:noAutofit/>
          </a:bodyPr>
          <a:lstStyle>
            <a:lvl1pPr marL="0" indent="0" algn="ctr">
              <a:buNone/>
              <a:defRPr lang="en-US" sz="105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750"/>
              </a:spcBef>
              <a:buFont typeface="Arial" panose="020B0604020202020204" pitchFamily="34" charset="0"/>
              <a:buNone/>
            </a:pPr>
            <a:r>
              <a:rPr lang="es-ES" noProof="0"/>
              <a:t>HAGA CLIC PARA EDITAR</a:t>
            </a:r>
          </a:p>
        </p:txBody>
      </p:sp>
      <p:sp>
        <p:nvSpPr>
          <p:cNvPr id="6" name="Marcador de contenido 5">
            <a:extLst>
              <a:ext uri="{FF2B5EF4-FFF2-40B4-BE49-F238E27FC236}">
                <a16:creationId xmlns:a16="http://schemas.microsoft.com/office/drawing/2014/main" id="{B36EE64B-44BF-4634-97BC-5ED74C6DF280}"/>
              </a:ext>
            </a:extLst>
          </p:cNvPr>
          <p:cNvSpPr>
            <a:spLocks noGrp="1"/>
          </p:cNvSpPr>
          <p:nvPr>
            <p:ph sz="quarter" idx="4"/>
          </p:nvPr>
        </p:nvSpPr>
        <p:spPr>
          <a:xfrm>
            <a:off x="2671999" y="5120723"/>
            <a:ext cx="1756654" cy="853167"/>
          </a:xfrm>
        </p:spPr>
        <p:txBody>
          <a:bodyPr lIns="0" rIns="0" rtlCol="0">
            <a:normAutofit/>
          </a:bodyPr>
          <a:lstStyle>
            <a:lvl1pPr marL="0" indent="0" algn="ctr">
              <a:lnSpc>
                <a:spcPct val="100000"/>
              </a:lnSpc>
              <a:buNone/>
              <a:defRPr sz="1050" spc="38" baseline="0">
                <a:solidFill>
                  <a:schemeClr val="tx1">
                    <a:lumMod val="75000"/>
                    <a:lumOff val="25000"/>
                  </a:schemeClr>
                </a:solidFill>
              </a:defRPr>
            </a:lvl1pPr>
            <a:lvl2pPr marL="342900" indent="0">
              <a:lnSpc>
                <a:spcPct val="100000"/>
              </a:lnSpc>
              <a:buNone/>
              <a:defRPr sz="1050" spc="38" baseline="0"/>
            </a:lvl2pPr>
            <a:lvl3pPr marL="685800" indent="0">
              <a:lnSpc>
                <a:spcPct val="100000"/>
              </a:lnSpc>
              <a:buNone/>
              <a:defRPr sz="1050" spc="38" baseline="0"/>
            </a:lvl3pPr>
            <a:lvl4pPr marL="1028700" indent="0">
              <a:lnSpc>
                <a:spcPct val="100000"/>
              </a:lnSpc>
              <a:buNone/>
              <a:defRPr sz="1050" spc="38" baseline="0"/>
            </a:lvl4pPr>
            <a:lvl5pPr marL="1371600" indent="0">
              <a:lnSpc>
                <a:spcPct val="100000"/>
              </a:lnSpc>
              <a:buNone/>
              <a:defRPr sz="1050" spc="38" baseline="0"/>
            </a:lvl5pPr>
          </a:lstStyle>
          <a:p>
            <a:pPr lvl="0" rtl="0"/>
            <a:r>
              <a:rPr lang="es-ES" noProof="0"/>
              <a:t>Haga clic para modificar los estilos de texto del patrón</a:t>
            </a:r>
          </a:p>
        </p:txBody>
      </p:sp>
      <p:sp>
        <p:nvSpPr>
          <p:cNvPr id="25" name="Marcador de contenido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4897588" y="2370670"/>
            <a:ext cx="1392174" cy="1664208"/>
          </a:xfrm>
        </p:spPr>
        <p:txBody>
          <a:bodyPr rtlCol="0">
            <a:noAutofit/>
          </a:bodyPr>
          <a:lstStyle>
            <a:lvl1pPr marL="0" indent="0" algn="ctr">
              <a:buNone/>
              <a:defRPr sz="1050"/>
            </a:lvl1pPr>
            <a:lvl2pPr marL="342900" indent="0">
              <a:buNone/>
              <a:defRPr sz="900"/>
            </a:lvl2pPr>
            <a:lvl3pPr marL="685800" indent="0">
              <a:buNone/>
              <a:defRPr sz="825"/>
            </a:lvl3pPr>
            <a:lvl4pPr marL="1028700" indent="0">
              <a:buNone/>
              <a:defRPr sz="788"/>
            </a:lvl4pPr>
            <a:lvl5pPr marL="1371600" indent="0">
              <a:buNone/>
              <a:defRPr sz="788"/>
            </a:lvl5pPr>
          </a:lstStyle>
          <a:p>
            <a:pPr lvl="0" rtl="0"/>
            <a:r>
              <a:rPr lang="es-ES" noProof="0"/>
              <a:t>Haga clic para agregar contenido</a:t>
            </a:r>
          </a:p>
        </p:txBody>
      </p:sp>
      <p:sp>
        <p:nvSpPr>
          <p:cNvPr id="21" name="Marcador de texto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4723957" y="3788814"/>
            <a:ext cx="1748045" cy="804859"/>
          </a:xfrm>
        </p:spPr>
        <p:txBody>
          <a:bodyPr lIns="0" rIns="0" rtlCol="0" anchor="b">
            <a:noAutofit/>
          </a:bodyPr>
          <a:lstStyle>
            <a:lvl1pPr marL="0" indent="0" algn="ctr">
              <a:buNone/>
              <a:defRPr lang="en-US" sz="240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a:t>
            </a:r>
          </a:p>
        </p:txBody>
      </p:sp>
      <p:sp>
        <p:nvSpPr>
          <p:cNvPr id="19" name="Marcador de texto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4723957" y="4464811"/>
            <a:ext cx="1748045" cy="438505"/>
          </a:xfrm>
        </p:spPr>
        <p:txBody>
          <a:bodyPr lIns="0" rIns="0" rtlCol="0" anchor="b">
            <a:noAutofit/>
          </a:bodyPr>
          <a:lstStyle>
            <a:lvl1pPr marL="0" indent="0" algn="ctr">
              <a:buNone/>
              <a:defRPr lang="en-US" sz="105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sp>
        <p:nvSpPr>
          <p:cNvPr id="22" name="Marcador de contenido 3">
            <a:extLst>
              <a:ext uri="{FF2B5EF4-FFF2-40B4-BE49-F238E27FC236}">
                <a16:creationId xmlns:a16="http://schemas.microsoft.com/office/drawing/2014/main" id="{C464A9BD-B815-4632-8F54-6EB70E48BAFF}"/>
              </a:ext>
            </a:extLst>
          </p:cNvPr>
          <p:cNvSpPr>
            <a:spLocks noGrp="1"/>
          </p:cNvSpPr>
          <p:nvPr>
            <p:ph sz="half" idx="14"/>
          </p:nvPr>
        </p:nvSpPr>
        <p:spPr>
          <a:xfrm>
            <a:off x="4723957" y="5120723"/>
            <a:ext cx="1748045" cy="853167"/>
          </a:xfrm>
        </p:spPr>
        <p:txBody>
          <a:bodyPr lIns="0" rIns="0" rtlCol="0">
            <a:normAutofit/>
          </a:bodyPr>
          <a:lstStyle>
            <a:lvl1pPr marL="0" indent="0" algn="ctr">
              <a:lnSpc>
                <a:spcPct val="100000"/>
              </a:lnSpc>
              <a:buNone/>
              <a:defRPr sz="1050" spc="38" baseline="0">
                <a:solidFill>
                  <a:schemeClr val="tx1">
                    <a:lumMod val="75000"/>
                    <a:lumOff val="25000"/>
                  </a:schemeClr>
                </a:solidFill>
              </a:defRPr>
            </a:lvl1pPr>
            <a:lvl2pPr marL="342900" indent="0">
              <a:lnSpc>
                <a:spcPct val="100000"/>
              </a:lnSpc>
              <a:buNone/>
              <a:defRPr sz="1050" spc="38" baseline="0"/>
            </a:lvl2pPr>
            <a:lvl3pPr marL="685800" indent="0">
              <a:lnSpc>
                <a:spcPct val="100000"/>
              </a:lnSpc>
              <a:buNone/>
              <a:defRPr sz="1050" spc="38" baseline="0"/>
            </a:lvl3pPr>
            <a:lvl4pPr marL="1028700" indent="0">
              <a:lnSpc>
                <a:spcPct val="100000"/>
              </a:lnSpc>
              <a:buNone/>
              <a:defRPr sz="1050" spc="38" baseline="0"/>
            </a:lvl4pPr>
            <a:lvl5pPr marL="1371600" indent="0">
              <a:lnSpc>
                <a:spcPct val="100000"/>
              </a:lnSpc>
              <a:buNone/>
              <a:defRPr sz="1050" spc="38" baseline="0"/>
            </a:lvl5pPr>
          </a:lstStyle>
          <a:p>
            <a:pPr lvl="0" rtl="0"/>
            <a:r>
              <a:rPr lang="es-ES" noProof="0"/>
              <a:t>Haga clic para modificar los estilos de texto del patrón</a:t>
            </a:r>
          </a:p>
        </p:txBody>
      </p:sp>
      <p:sp>
        <p:nvSpPr>
          <p:cNvPr id="26" name="Marcador de contenido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6945241" y="2370670"/>
            <a:ext cx="1392174" cy="1664208"/>
          </a:xfrm>
        </p:spPr>
        <p:txBody>
          <a:bodyPr rtlCol="0">
            <a:noAutofit/>
          </a:bodyPr>
          <a:lstStyle>
            <a:lvl1pPr marL="0" indent="0" algn="ctr">
              <a:buNone/>
              <a:defRPr sz="1050"/>
            </a:lvl1pPr>
            <a:lvl2pPr marL="342900" indent="0">
              <a:buNone/>
              <a:defRPr sz="900"/>
            </a:lvl2pPr>
            <a:lvl3pPr marL="685800" indent="0">
              <a:buNone/>
              <a:defRPr sz="825"/>
            </a:lvl3pPr>
            <a:lvl4pPr marL="1028700" indent="0">
              <a:buNone/>
              <a:defRPr sz="788"/>
            </a:lvl4pPr>
            <a:lvl5pPr marL="1371600" indent="0">
              <a:buNone/>
              <a:defRPr sz="788"/>
            </a:lvl5pPr>
          </a:lstStyle>
          <a:p>
            <a:pPr lvl="0" rtl="0"/>
            <a:r>
              <a:rPr lang="es-ES" noProof="0"/>
              <a:t>Haga clic para agregar contenido</a:t>
            </a:r>
          </a:p>
        </p:txBody>
      </p:sp>
      <p:sp>
        <p:nvSpPr>
          <p:cNvPr id="14" name="Marcador de texto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6767305" y="3788458"/>
            <a:ext cx="1748045" cy="804859"/>
          </a:xfrm>
        </p:spPr>
        <p:txBody>
          <a:bodyPr lIns="0" rIns="0" rtlCol="0" anchor="b">
            <a:noAutofit/>
          </a:bodyPr>
          <a:lstStyle>
            <a:lvl1pPr marL="0" indent="0" algn="ctr">
              <a:buNone/>
              <a:defRPr lang="en-US" sz="240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a:t>
            </a:r>
          </a:p>
        </p:txBody>
      </p:sp>
      <p:sp>
        <p:nvSpPr>
          <p:cNvPr id="23" name="Marcador de texto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6767305" y="4464455"/>
            <a:ext cx="1748045" cy="438505"/>
          </a:xfrm>
        </p:spPr>
        <p:txBody>
          <a:bodyPr lIns="0" rIns="0" rtlCol="0" anchor="b">
            <a:noAutofit/>
          </a:bodyPr>
          <a:lstStyle>
            <a:lvl1pPr marL="0" indent="0" algn="ctr">
              <a:buNone/>
              <a:defRPr lang="en-US" sz="1050" kern="1200" spc="113" baseline="0" dirty="0" smtClean="0">
                <a:solidFill>
                  <a:schemeClr val="tx1">
                    <a:lumMod val="75000"/>
                    <a:lumOff val="25000"/>
                  </a:schemeClr>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a:t>HAGA CLIC PARA EDITAR</a:t>
            </a:r>
          </a:p>
        </p:txBody>
      </p:sp>
      <p:cxnSp>
        <p:nvCxnSpPr>
          <p:cNvPr id="16" name="Conector recto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1"/>
            <a:ext cx="928688"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1"/>
            <a:ext cx="2843213"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Marcador de contenido 3">
            <a:extLst>
              <a:ext uri="{FF2B5EF4-FFF2-40B4-BE49-F238E27FC236}">
                <a16:creationId xmlns:a16="http://schemas.microsoft.com/office/drawing/2014/main" id="{492F9083-A886-4EEB-94D6-1FAE6DC33000}"/>
              </a:ext>
            </a:extLst>
          </p:cNvPr>
          <p:cNvSpPr>
            <a:spLocks noGrp="1"/>
          </p:cNvSpPr>
          <p:nvPr>
            <p:ph sz="half" idx="16"/>
          </p:nvPr>
        </p:nvSpPr>
        <p:spPr>
          <a:xfrm>
            <a:off x="6767305" y="5120367"/>
            <a:ext cx="1748045" cy="853167"/>
          </a:xfrm>
        </p:spPr>
        <p:txBody>
          <a:bodyPr lIns="0" rIns="0" rtlCol="0">
            <a:normAutofit/>
          </a:bodyPr>
          <a:lstStyle>
            <a:lvl1pPr marL="0" indent="0" algn="ctr">
              <a:lnSpc>
                <a:spcPct val="100000"/>
              </a:lnSpc>
              <a:buNone/>
              <a:defRPr sz="1050" spc="38" baseline="0">
                <a:solidFill>
                  <a:schemeClr val="tx1">
                    <a:lumMod val="75000"/>
                    <a:lumOff val="25000"/>
                  </a:schemeClr>
                </a:solidFill>
              </a:defRPr>
            </a:lvl1pPr>
            <a:lvl2pPr marL="342900" indent="0">
              <a:lnSpc>
                <a:spcPct val="100000"/>
              </a:lnSpc>
              <a:buNone/>
              <a:defRPr sz="1050" spc="38" baseline="0"/>
            </a:lvl2pPr>
            <a:lvl3pPr marL="685800" indent="0">
              <a:lnSpc>
                <a:spcPct val="100000"/>
              </a:lnSpc>
              <a:buNone/>
              <a:defRPr sz="1050" spc="38" baseline="0"/>
            </a:lvl3pPr>
            <a:lvl4pPr marL="1028700" indent="0">
              <a:lnSpc>
                <a:spcPct val="100000"/>
              </a:lnSpc>
              <a:buNone/>
              <a:defRPr sz="1050" spc="38" baseline="0"/>
            </a:lvl4pPr>
            <a:lvl5pPr marL="1371600" indent="0">
              <a:lnSpc>
                <a:spcPct val="100000"/>
              </a:lnSpc>
              <a:buNone/>
              <a:defRPr sz="1050" spc="38" baseline="0"/>
            </a:lvl5pPr>
          </a:lstStyle>
          <a:p>
            <a:pPr lvl="0" rtl="0"/>
            <a:r>
              <a:rPr lang="es-ES" noProof="0"/>
              <a:t>Haga clic para modificar los estilos de texto del patrón</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675"/>
            </a:lvl1pPr>
          </a:lstStyle>
          <a:p>
            <a:pPr rtl="0"/>
            <a:r>
              <a:rPr lang="es-ES"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675"/>
            </a:lvl1pPr>
          </a:lstStyle>
          <a:p>
            <a:pPr rtl="0"/>
            <a:r>
              <a:rPr lang="es-ES" noProof="0"/>
              <a:t>Presentación para inversores</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675"/>
            </a:lvl1pPr>
          </a:lstStyle>
          <a:p>
            <a:pPr rtl="0"/>
            <a:fld id="{B5CEABB6-07DC-46E8-9B57-56EC44A396E5}" type="slidenum">
              <a:rPr lang="es-ES" noProof="0" smtClean="0"/>
              <a:t>‹Nº›</a:t>
            </a:fld>
            <a:endParaRPr lang="es-ES" noProof="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Resume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A3821F-4537-4AE7-8829-C2E3AE60F6E1}"/>
              </a:ext>
            </a:extLst>
          </p:cNvPr>
          <p:cNvSpPr>
            <a:spLocks noGrp="1"/>
          </p:cNvSpPr>
          <p:nvPr>
            <p:ph type="title" hasCustomPrompt="1"/>
          </p:nvPr>
        </p:nvSpPr>
        <p:spPr>
          <a:xfrm>
            <a:off x="4107656" y="1671639"/>
            <a:ext cx="3833813" cy="1204912"/>
          </a:xfrm>
        </p:spPr>
        <p:txBody>
          <a:bodyPr rtlCol="0" anchor="b">
            <a:normAutofit/>
          </a:bodyPr>
          <a:lstStyle>
            <a:lvl1pPr>
              <a:defRPr lang="en-US" sz="2100" kern="1200" cap="all" spc="113" baseline="0" dirty="0">
                <a:solidFill>
                  <a:schemeClr val="tx1">
                    <a:lumMod val="75000"/>
                    <a:lumOff val="25000"/>
                  </a:schemeClr>
                </a:solidFill>
                <a:latin typeface="+mj-lt"/>
                <a:ea typeface="+mj-ea"/>
                <a:cs typeface="+mj-cs"/>
              </a:defRPr>
            </a:lvl1pPr>
          </a:lstStyle>
          <a:p>
            <a:pPr rtl="0"/>
            <a:r>
              <a:rPr lang="es-ES" noProof="0"/>
              <a:t>HAGA CLIC PARA EDITAR EL ESTILO DEL TÍTULO DEL PATRÓN</a:t>
            </a:r>
          </a:p>
        </p:txBody>
      </p:sp>
      <p:sp>
        <p:nvSpPr>
          <p:cNvPr id="3" name="Marcador de texto 2">
            <a:extLst>
              <a:ext uri="{FF2B5EF4-FFF2-40B4-BE49-F238E27FC236}">
                <a16:creationId xmlns:a16="http://schemas.microsoft.com/office/drawing/2014/main" id="{92FD4279-EA62-4397-878A-73F4948DB176}"/>
              </a:ext>
            </a:extLst>
          </p:cNvPr>
          <p:cNvSpPr>
            <a:spLocks noGrp="1"/>
          </p:cNvSpPr>
          <p:nvPr>
            <p:ph type="body" idx="1"/>
          </p:nvPr>
        </p:nvSpPr>
        <p:spPr>
          <a:xfrm>
            <a:off x="4107656" y="3682546"/>
            <a:ext cx="3833813" cy="1525588"/>
          </a:xfrm>
        </p:spPr>
        <p:txBody>
          <a:bodyPr rtlCol="0" anchor="b">
            <a:normAutofit/>
          </a:bodyPr>
          <a:lstStyle>
            <a:lvl1pPr marL="0" indent="0">
              <a:lnSpc>
                <a:spcPct val="100000"/>
              </a:lnSpc>
              <a:buNone/>
              <a:defRPr sz="1050" spc="38" baseline="0">
                <a:solidFill>
                  <a:schemeClr val="tx1">
                    <a:lumMod val="75000"/>
                    <a:lumOff val="2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rtl="0"/>
            <a:r>
              <a:rPr lang="es-ES" noProof="0"/>
              <a:t>Haga clic para modificar los estilos de texto del patrón</a:t>
            </a:r>
          </a:p>
        </p:txBody>
      </p:sp>
      <p:cxnSp>
        <p:nvCxnSpPr>
          <p:cNvPr id="23" name="Conector recto 22">
            <a:extLst>
              <a:ext uri="{FF2B5EF4-FFF2-40B4-BE49-F238E27FC236}">
                <a16:creationId xmlns:a16="http://schemas.microsoft.com/office/drawing/2014/main" id="{D87F08D6-2CA7-4A5A-BE34-07113DCA535D}"/>
              </a:ext>
            </a:extLst>
          </p:cNvPr>
          <p:cNvCxnSpPr>
            <a:cxnSpLocks/>
          </p:cNvCxnSpPr>
          <p:nvPr/>
        </p:nvCxnSpPr>
        <p:spPr>
          <a:xfrm flipH="1" flipV="1">
            <a:off x="0" y="876301"/>
            <a:ext cx="3571875"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A768C87F-B9C3-4DFF-8454-F3F52CE4346B}"/>
              </a:ext>
            </a:extLst>
          </p:cNvPr>
          <p:cNvCxnSpPr>
            <a:cxnSpLocks/>
          </p:cNvCxnSpPr>
          <p:nvPr/>
        </p:nvCxnSpPr>
        <p:spPr>
          <a:xfrm flipH="1" flipV="1">
            <a:off x="1978819" y="1"/>
            <a:ext cx="1593057"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Marcador de fecha 6">
            <a:extLst>
              <a:ext uri="{FF2B5EF4-FFF2-40B4-BE49-F238E27FC236}">
                <a16:creationId xmlns:a16="http://schemas.microsoft.com/office/drawing/2014/main" id="{71F34533-9677-48AF-9374-976825F4BB7E}"/>
              </a:ext>
            </a:extLst>
          </p:cNvPr>
          <p:cNvSpPr>
            <a:spLocks noGrp="1"/>
          </p:cNvSpPr>
          <p:nvPr>
            <p:ph type="dt" sz="half" idx="10"/>
          </p:nvPr>
        </p:nvSpPr>
        <p:spPr>
          <a:xfrm>
            <a:off x="628650" y="6356351"/>
            <a:ext cx="2057400" cy="365125"/>
          </a:xfrm>
        </p:spPr>
        <p:txBody>
          <a:bodyPr rtlCol="0"/>
          <a:lstStyle>
            <a:lvl1pPr>
              <a:defRPr sz="675"/>
            </a:lvl1pPr>
          </a:lstStyle>
          <a:p>
            <a:pPr rtl="0"/>
            <a:r>
              <a:rPr lang="es-ES" noProof="0"/>
              <a:t>20XX</a:t>
            </a:r>
          </a:p>
        </p:txBody>
      </p:sp>
      <p:sp>
        <p:nvSpPr>
          <p:cNvPr id="22" name="Marcador de pie de página 7">
            <a:extLst>
              <a:ext uri="{FF2B5EF4-FFF2-40B4-BE49-F238E27FC236}">
                <a16:creationId xmlns:a16="http://schemas.microsoft.com/office/drawing/2014/main" id="{4FAB8A26-B99E-4F96-8327-A932A14F2C03}"/>
              </a:ext>
            </a:extLst>
          </p:cNvPr>
          <p:cNvSpPr>
            <a:spLocks noGrp="1"/>
          </p:cNvSpPr>
          <p:nvPr>
            <p:ph type="ftr" sz="quarter" idx="11"/>
          </p:nvPr>
        </p:nvSpPr>
        <p:spPr>
          <a:xfrm>
            <a:off x="3028950" y="6356351"/>
            <a:ext cx="3086100" cy="365125"/>
          </a:xfrm>
        </p:spPr>
        <p:txBody>
          <a:bodyPr rtlCol="0"/>
          <a:lstStyle>
            <a:lvl1pPr>
              <a:defRPr sz="675"/>
            </a:lvl1pPr>
          </a:lstStyle>
          <a:p>
            <a:pPr rtl="0"/>
            <a:r>
              <a:rPr lang="es-ES" noProof="0"/>
              <a:t>Presentación para inversores</a:t>
            </a:r>
          </a:p>
        </p:txBody>
      </p:sp>
      <p:sp>
        <p:nvSpPr>
          <p:cNvPr id="24" name="Marcador de número de diapositiva 8">
            <a:extLst>
              <a:ext uri="{FF2B5EF4-FFF2-40B4-BE49-F238E27FC236}">
                <a16:creationId xmlns:a16="http://schemas.microsoft.com/office/drawing/2014/main" id="{EB0962D2-BCC3-48AB-A769-2A7327D29191}"/>
              </a:ext>
            </a:extLst>
          </p:cNvPr>
          <p:cNvSpPr>
            <a:spLocks noGrp="1"/>
          </p:cNvSpPr>
          <p:nvPr>
            <p:ph type="sldNum" sz="quarter" idx="12"/>
          </p:nvPr>
        </p:nvSpPr>
        <p:spPr>
          <a:xfrm>
            <a:off x="6457950" y="6356351"/>
            <a:ext cx="2057400" cy="365125"/>
          </a:xfrm>
        </p:spPr>
        <p:txBody>
          <a:bodyPr rtlCol="0"/>
          <a:lstStyle>
            <a:lvl1pPr>
              <a:defRPr sz="675"/>
            </a:lvl1pPr>
          </a:lstStyle>
          <a:p>
            <a:pPr rtl="0"/>
            <a:fld id="{B5CEABB6-07DC-46E8-9B57-56EC44A396E5}" type="slidenum">
              <a:rPr lang="es-ES" noProof="0" smtClean="0"/>
              <a:t>‹Nº›</a:t>
            </a:fld>
            <a:endParaRPr lang="es-ES" noProof="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225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Cierre">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3200400" y="1615737"/>
            <a:ext cx="3134678" cy="1524735"/>
          </a:xfrm>
        </p:spPr>
        <p:txBody>
          <a:bodyPr rtlCol="0" anchor="b">
            <a:noAutofit/>
          </a:bodyPr>
          <a:lstStyle>
            <a:lvl1pPr algn="l">
              <a:defRPr sz="2400" spc="113" baseline="0">
                <a:solidFill>
                  <a:schemeClr val="tx1">
                    <a:lumMod val="75000"/>
                    <a:lumOff val="25000"/>
                  </a:schemeClr>
                </a:solidFill>
              </a:defRPr>
            </a:lvl1pPr>
          </a:lstStyle>
          <a:p>
            <a:pPr rtl="0"/>
            <a:r>
              <a:rPr lang="es-ES" noProof="0"/>
              <a:t>HAGA CLIC PARA EDITAR EL ESTILO DEL TÍTULO DEL PATRÓN</a:t>
            </a:r>
          </a:p>
        </p:txBody>
      </p:sp>
      <p:sp>
        <p:nvSpPr>
          <p:cNvPr id="3" name="Subtítulo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3200400" y="3238104"/>
            <a:ext cx="3134678" cy="2004161"/>
          </a:xfrm>
        </p:spPr>
        <p:txBody>
          <a:bodyPr rtlCol="0">
            <a:normAutofit/>
          </a:bodyPr>
          <a:lstStyle>
            <a:lvl1pPr marL="0" indent="0" algn="l">
              <a:lnSpc>
                <a:spcPct val="150000"/>
              </a:lnSpc>
              <a:buNone/>
              <a:defRPr sz="1050" spc="38" baseline="0">
                <a:solidFill>
                  <a:schemeClr val="tx1">
                    <a:lumMod val="75000"/>
                    <a:lumOff val="25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rtl="0"/>
            <a:r>
              <a:rPr lang="es-ES" noProof="0"/>
              <a:t>Haga clic para editar el estilo de subtítulo del patrón</a:t>
            </a:r>
          </a:p>
        </p:txBody>
      </p:sp>
      <p:pic>
        <p:nvPicPr>
          <p:cNvPr id="6" name="Gráfico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2382704" cy="6858000"/>
          </a:xfrm>
          <a:prstGeom prst="rect">
            <a:avLst/>
          </a:prstGeom>
        </p:spPr>
      </p:pic>
      <p:sp>
        <p:nvSpPr>
          <p:cNvPr id="9" name="Marcador de fecha 6">
            <a:extLst>
              <a:ext uri="{FF2B5EF4-FFF2-40B4-BE49-F238E27FC236}">
                <a16:creationId xmlns:a16="http://schemas.microsoft.com/office/drawing/2014/main" id="{BF358517-D7B7-40D0-A9D0-B650C80898AC}"/>
              </a:ext>
            </a:extLst>
          </p:cNvPr>
          <p:cNvSpPr>
            <a:spLocks noGrp="1"/>
          </p:cNvSpPr>
          <p:nvPr>
            <p:ph type="dt" sz="half" idx="10"/>
          </p:nvPr>
        </p:nvSpPr>
        <p:spPr>
          <a:xfrm>
            <a:off x="3200401" y="6356351"/>
            <a:ext cx="1330778" cy="365125"/>
          </a:xfrm>
        </p:spPr>
        <p:txBody>
          <a:bodyPr rtlCol="0"/>
          <a:lstStyle>
            <a:lvl1pPr>
              <a:defRPr sz="675"/>
            </a:lvl1pPr>
          </a:lstStyle>
          <a:p>
            <a:pPr rtl="0"/>
            <a:r>
              <a:rPr lang="es-ES" noProof="0"/>
              <a:t>20XX</a:t>
            </a:r>
          </a:p>
        </p:txBody>
      </p:sp>
      <p:sp>
        <p:nvSpPr>
          <p:cNvPr id="10" name="Marcador de pie de página 7">
            <a:extLst>
              <a:ext uri="{FF2B5EF4-FFF2-40B4-BE49-F238E27FC236}">
                <a16:creationId xmlns:a16="http://schemas.microsoft.com/office/drawing/2014/main" id="{6026D44C-0B39-4DE1-A0FC-5615DDAAE3CE}"/>
              </a:ext>
            </a:extLst>
          </p:cNvPr>
          <p:cNvSpPr>
            <a:spLocks noGrp="1"/>
          </p:cNvSpPr>
          <p:nvPr>
            <p:ph type="ftr" sz="quarter" idx="11"/>
          </p:nvPr>
        </p:nvSpPr>
        <p:spPr>
          <a:xfrm>
            <a:off x="4859791" y="6356351"/>
            <a:ext cx="1996168" cy="365125"/>
          </a:xfrm>
        </p:spPr>
        <p:txBody>
          <a:bodyPr rtlCol="0"/>
          <a:lstStyle>
            <a:lvl1pPr>
              <a:defRPr sz="675"/>
            </a:lvl1pPr>
          </a:lstStyle>
          <a:p>
            <a:pPr rtl="0"/>
            <a:r>
              <a:rPr lang="es-ES" noProof="0"/>
              <a:t>Presentación para inversores</a:t>
            </a:r>
          </a:p>
        </p:txBody>
      </p:sp>
      <p:sp>
        <p:nvSpPr>
          <p:cNvPr id="11" name="Marcador de número de diapositiva 8">
            <a:extLst>
              <a:ext uri="{FF2B5EF4-FFF2-40B4-BE49-F238E27FC236}">
                <a16:creationId xmlns:a16="http://schemas.microsoft.com/office/drawing/2014/main" id="{0F8222B4-B618-42C4-8BDB-D2E4DF2F22C3}"/>
              </a:ext>
            </a:extLst>
          </p:cNvPr>
          <p:cNvSpPr>
            <a:spLocks noGrp="1"/>
          </p:cNvSpPr>
          <p:nvPr>
            <p:ph type="sldNum" sz="quarter" idx="12"/>
          </p:nvPr>
        </p:nvSpPr>
        <p:spPr>
          <a:xfrm>
            <a:off x="7184572" y="6356351"/>
            <a:ext cx="1330778" cy="365125"/>
          </a:xfrm>
        </p:spPr>
        <p:txBody>
          <a:bodyPr rtlCol="0"/>
          <a:lstStyle>
            <a:lvl1pPr>
              <a:defRPr sz="675"/>
            </a:lvl1pPr>
          </a:lstStyle>
          <a:p>
            <a:pPr rtl="0"/>
            <a:fld id="{B5CEABB6-07DC-46E8-9B57-56EC44A396E5}" type="slidenum">
              <a:rPr lang="es-ES" noProof="0" smtClean="0"/>
              <a:t>‹Nº›</a:t>
            </a:fld>
            <a:endParaRPr lang="es-ES" noProof="0"/>
          </a:p>
        </p:txBody>
      </p:sp>
    </p:spTree>
    <p:extLst>
      <p:ext uri="{BB962C8B-B14F-4D97-AF65-F5344CB8AC3E}">
        <p14:creationId xmlns:p14="http://schemas.microsoft.com/office/powerpoint/2010/main" val="4293551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8">
            <a:extLst>
              <a:ext uri="{FF2B5EF4-FFF2-40B4-BE49-F238E27FC236}">
                <a16:creationId xmlns:a16="http://schemas.microsoft.com/office/drawing/2014/main" id="{7EE50CD8-8168-EC19-4785-2D0C58A08228}"/>
              </a:ext>
            </a:extLst>
          </p:cNvPr>
          <p:cNvSpPr>
            <a:spLocks noGrp="1" noChangeArrowheads="1"/>
          </p:cNvSpPr>
          <p:nvPr>
            <p:ph type="dt" sz="half" idx="10"/>
          </p:nvPr>
        </p:nvSpPr>
        <p:spPr>
          <a:ln/>
        </p:spPr>
        <p:txBody>
          <a:bodyPr/>
          <a:lstStyle>
            <a:lvl1pPr>
              <a:defRPr/>
            </a:lvl1pPr>
          </a:lstStyle>
          <a:p>
            <a:pPr>
              <a:defRPr/>
            </a:pPr>
            <a:endParaRPr lang="es-ES"/>
          </a:p>
        </p:txBody>
      </p:sp>
      <p:sp>
        <p:nvSpPr>
          <p:cNvPr id="5" name="Rectangle 9">
            <a:extLst>
              <a:ext uri="{FF2B5EF4-FFF2-40B4-BE49-F238E27FC236}">
                <a16:creationId xmlns:a16="http://schemas.microsoft.com/office/drawing/2014/main" id="{BE0C5379-F85A-B68F-0570-6488100964F1}"/>
              </a:ext>
            </a:extLst>
          </p:cNvPr>
          <p:cNvSpPr>
            <a:spLocks noGrp="1" noChangeArrowheads="1"/>
          </p:cNvSpPr>
          <p:nvPr>
            <p:ph type="ftr" sz="quarter" idx="11"/>
          </p:nvPr>
        </p:nvSpPr>
        <p:spPr>
          <a:ln/>
        </p:spPr>
        <p:txBody>
          <a:bodyPr/>
          <a:lstStyle>
            <a:lvl1pPr>
              <a:defRPr/>
            </a:lvl1pPr>
          </a:lstStyle>
          <a:p>
            <a:pPr>
              <a:defRPr/>
            </a:pPr>
            <a:endParaRPr lang="es-ES"/>
          </a:p>
        </p:txBody>
      </p:sp>
      <p:sp>
        <p:nvSpPr>
          <p:cNvPr id="6" name="Rectangle 10">
            <a:extLst>
              <a:ext uri="{FF2B5EF4-FFF2-40B4-BE49-F238E27FC236}">
                <a16:creationId xmlns:a16="http://schemas.microsoft.com/office/drawing/2014/main" id="{9996CF05-37AA-B064-6E9A-FA5513E8121F}"/>
              </a:ext>
            </a:extLst>
          </p:cNvPr>
          <p:cNvSpPr>
            <a:spLocks noGrp="1" noChangeArrowheads="1"/>
          </p:cNvSpPr>
          <p:nvPr>
            <p:ph type="sldNum" sz="quarter" idx="12"/>
          </p:nvPr>
        </p:nvSpPr>
        <p:spPr>
          <a:ln/>
        </p:spPr>
        <p:txBody>
          <a:bodyPr/>
          <a:lstStyle>
            <a:lvl1pPr>
              <a:defRPr/>
            </a:lvl1pPr>
          </a:lstStyle>
          <a:p>
            <a:fld id="{AE5B3AFC-52C4-49C3-B4D0-8D41DF8079C6}" type="slidenum">
              <a:rPr lang="es-ES" altLang="es-ES"/>
              <a:pPr/>
              <a:t>‹Nº›</a:t>
            </a:fld>
            <a:endParaRPr lang="es-ES" altLang="es-ES"/>
          </a:p>
        </p:txBody>
      </p:sp>
    </p:spTree>
    <p:extLst>
      <p:ext uri="{BB962C8B-B14F-4D97-AF65-F5344CB8AC3E}">
        <p14:creationId xmlns:p14="http://schemas.microsoft.com/office/powerpoint/2010/main" val="29329717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914400" y="1828800"/>
            <a:ext cx="39243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991100" y="1828800"/>
            <a:ext cx="39243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Rectangle 8">
            <a:extLst>
              <a:ext uri="{FF2B5EF4-FFF2-40B4-BE49-F238E27FC236}">
                <a16:creationId xmlns:a16="http://schemas.microsoft.com/office/drawing/2014/main" id="{8DFF1DA2-34A6-EF84-6E45-5C284680D4E5}"/>
              </a:ext>
            </a:extLst>
          </p:cNvPr>
          <p:cNvSpPr>
            <a:spLocks noGrp="1" noChangeArrowheads="1"/>
          </p:cNvSpPr>
          <p:nvPr>
            <p:ph type="dt" sz="half" idx="10"/>
          </p:nvPr>
        </p:nvSpPr>
        <p:spPr>
          <a:ln/>
        </p:spPr>
        <p:txBody>
          <a:bodyPr/>
          <a:lstStyle>
            <a:lvl1pPr>
              <a:defRPr/>
            </a:lvl1pPr>
          </a:lstStyle>
          <a:p>
            <a:pPr>
              <a:defRPr/>
            </a:pPr>
            <a:endParaRPr lang="es-ES"/>
          </a:p>
        </p:txBody>
      </p:sp>
      <p:sp>
        <p:nvSpPr>
          <p:cNvPr id="6" name="Rectangle 9">
            <a:extLst>
              <a:ext uri="{FF2B5EF4-FFF2-40B4-BE49-F238E27FC236}">
                <a16:creationId xmlns:a16="http://schemas.microsoft.com/office/drawing/2014/main" id="{1B4EC338-9824-7DD1-4CE1-993B8A20F994}"/>
              </a:ext>
            </a:extLst>
          </p:cNvPr>
          <p:cNvSpPr>
            <a:spLocks noGrp="1" noChangeArrowheads="1"/>
          </p:cNvSpPr>
          <p:nvPr>
            <p:ph type="ftr" sz="quarter" idx="11"/>
          </p:nvPr>
        </p:nvSpPr>
        <p:spPr>
          <a:ln/>
        </p:spPr>
        <p:txBody>
          <a:bodyPr/>
          <a:lstStyle>
            <a:lvl1pPr>
              <a:defRPr/>
            </a:lvl1pPr>
          </a:lstStyle>
          <a:p>
            <a:pPr>
              <a:defRPr/>
            </a:pPr>
            <a:endParaRPr lang="es-ES"/>
          </a:p>
        </p:txBody>
      </p:sp>
      <p:sp>
        <p:nvSpPr>
          <p:cNvPr id="7" name="Rectangle 10">
            <a:extLst>
              <a:ext uri="{FF2B5EF4-FFF2-40B4-BE49-F238E27FC236}">
                <a16:creationId xmlns:a16="http://schemas.microsoft.com/office/drawing/2014/main" id="{C25134E3-E0AC-DD76-AC5E-F8B988E0B795}"/>
              </a:ext>
            </a:extLst>
          </p:cNvPr>
          <p:cNvSpPr>
            <a:spLocks noGrp="1" noChangeArrowheads="1"/>
          </p:cNvSpPr>
          <p:nvPr>
            <p:ph type="sldNum" sz="quarter" idx="12"/>
          </p:nvPr>
        </p:nvSpPr>
        <p:spPr>
          <a:ln/>
        </p:spPr>
        <p:txBody>
          <a:bodyPr/>
          <a:lstStyle>
            <a:lvl1pPr>
              <a:defRPr/>
            </a:lvl1pPr>
          </a:lstStyle>
          <a:p>
            <a:fld id="{C12FF91E-0B14-483A-BB3E-7397544B7929}" type="slidenum">
              <a:rPr lang="es-ES" altLang="es-ES"/>
              <a:pPr/>
              <a:t>‹Nº›</a:t>
            </a:fld>
            <a:endParaRPr lang="es-ES" altLang="es-ES"/>
          </a:p>
        </p:txBody>
      </p:sp>
    </p:spTree>
    <p:extLst>
      <p:ext uri="{BB962C8B-B14F-4D97-AF65-F5344CB8AC3E}">
        <p14:creationId xmlns:p14="http://schemas.microsoft.com/office/powerpoint/2010/main" val="611658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F4C17E5-24ED-44BC-BA50-02EF903552E1}"/>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pPr rtl="0"/>
            <a:r>
              <a:rPr lang="es-ES" noProof="0"/>
              <a:t>Haga clic para modificar el estilo de título del patrón</a:t>
            </a:r>
          </a:p>
        </p:txBody>
      </p:sp>
      <p:sp>
        <p:nvSpPr>
          <p:cNvPr id="3" name="Marcador de texto 2">
            <a:extLst>
              <a:ext uri="{FF2B5EF4-FFF2-40B4-BE49-F238E27FC236}">
                <a16:creationId xmlns:a16="http://schemas.microsoft.com/office/drawing/2014/main" id="{4833D101-3AF0-4F06-90ED-B83615C36CE9}"/>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a:extLst>
              <a:ext uri="{FF2B5EF4-FFF2-40B4-BE49-F238E27FC236}">
                <a16:creationId xmlns:a16="http://schemas.microsoft.com/office/drawing/2014/main" id="{C2AE9FDE-AF95-49F8-A927-35A23C9E6532}"/>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675">
                <a:solidFill>
                  <a:schemeClr val="tx1">
                    <a:tint val="75000"/>
                  </a:schemeClr>
                </a:solidFill>
              </a:defRPr>
            </a:lvl1pPr>
          </a:lstStyle>
          <a:p>
            <a:pPr rtl="0"/>
            <a:r>
              <a:rPr lang="es-ES" noProof="0"/>
              <a:t>20XX</a:t>
            </a:r>
          </a:p>
        </p:txBody>
      </p:sp>
      <p:sp>
        <p:nvSpPr>
          <p:cNvPr id="5" name="Marcador de pie de página 4">
            <a:extLst>
              <a:ext uri="{FF2B5EF4-FFF2-40B4-BE49-F238E27FC236}">
                <a16:creationId xmlns:a16="http://schemas.microsoft.com/office/drawing/2014/main" id="{CC2E900D-8FF9-4E80-860D-89C2D3B4E4E1}"/>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675">
                <a:solidFill>
                  <a:schemeClr val="tx1">
                    <a:tint val="75000"/>
                  </a:schemeClr>
                </a:solidFill>
              </a:defRPr>
            </a:lvl1pPr>
          </a:lstStyle>
          <a:p>
            <a:pPr rtl="0"/>
            <a:r>
              <a:rPr lang="es-ES" noProof="0"/>
              <a:t>Presentación para inversores</a:t>
            </a:r>
          </a:p>
        </p:txBody>
      </p:sp>
      <p:sp>
        <p:nvSpPr>
          <p:cNvPr id="6" name="Marcador de número de diapositiva 5">
            <a:extLst>
              <a:ext uri="{FF2B5EF4-FFF2-40B4-BE49-F238E27FC236}">
                <a16:creationId xmlns:a16="http://schemas.microsoft.com/office/drawing/2014/main" id="{F1A66A0C-1415-46A3-A1FF-BE18C70873E3}"/>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675">
                <a:solidFill>
                  <a:schemeClr val="tx1">
                    <a:tint val="75000"/>
                  </a:schemeClr>
                </a:solidFill>
              </a:defRPr>
            </a:lvl1pPr>
          </a:lstStyle>
          <a:p>
            <a:pPr rtl="0"/>
            <a:fld id="{B5CEABB6-07DC-46E8-9B57-56EC44A396E5}" type="slidenum">
              <a:rPr lang="es-ES" noProof="0" smtClean="0"/>
              <a:pPr rtl="0"/>
              <a:t>‹Nº›</a:t>
            </a:fld>
            <a:endParaRPr lang="es-ES" noProof="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 id="2147483701" r:id="rId20"/>
    <p:sldLayoutId id="2147483702" r:id="rId21"/>
  </p:sldLayoutIdLst>
  <p:hf hdr="0"/>
  <p:txStyles>
    <p:titleStyle>
      <a:lvl1pPr algn="l" defTabSz="685800" rtl="0" eaLnBrk="1" latinLnBrk="0" hangingPunct="1">
        <a:lnSpc>
          <a:spcPct val="90000"/>
        </a:lnSpc>
        <a:spcBef>
          <a:spcPct val="0"/>
        </a:spcBef>
        <a:buNone/>
        <a:defRPr sz="3300" kern="1200" cap="all" baseline="0">
          <a:solidFill>
            <a:schemeClr val="tx1">
              <a:lumMod val="75000"/>
              <a:lumOff val="25000"/>
            </a:schemeClr>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lumMod val="75000"/>
              <a:lumOff val="25000"/>
            </a:schemeClr>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lumMod val="75000"/>
              <a:lumOff val="25000"/>
            </a:schemeClr>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lumMod val="75000"/>
              <a:lumOff val="25000"/>
            </a:schemeClr>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lumMod val="75000"/>
              <a:lumOff val="25000"/>
            </a:schemeClr>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0.xml"/><Relationship Id="rId4" Type="http://schemas.openxmlformats.org/officeDocument/2006/relationships/image" Target="../media/image30.jpeg"/></Relationships>
</file>

<file path=ppt/slides/_rels/slide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8" Type="http://schemas.openxmlformats.org/officeDocument/2006/relationships/image" Target="../media/image34.jpeg"/><Relationship Id="rId3" Type="http://schemas.openxmlformats.org/officeDocument/2006/relationships/hyperlink" Target="http://www.ubuntu-es.org/" TargetMode="External"/><Relationship Id="rId7" Type="http://schemas.openxmlformats.org/officeDocument/2006/relationships/image" Target="../media/image33.jpeg"/><Relationship Id="rId2" Type="http://schemas.openxmlformats.org/officeDocument/2006/relationships/hyperlink" Target="http://linux.web.cern.ch/linux/scientific4/" TargetMode="External"/><Relationship Id="rId1" Type="http://schemas.openxmlformats.org/officeDocument/2006/relationships/slideLayout" Target="../slideLayouts/slideLayout20.xml"/><Relationship Id="rId6" Type="http://schemas.openxmlformats.org/officeDocument/2006/relationships/image" Target="../media/image32.png"/><Relationship Id="rId5" Type="http://schemas.openxmlformats.org/officeDocument/2006/relationships/hyperlink" Target="http://www.cygwin.com/" TargetMode="External"/><Relationship Id="rId4" Type="http://schemas.openxmlformats.org/officeDocument/2006/relationships/hyperlink" Target="http://www.vwmare.com/" TargetMode="External"/><Relationship Id="rId9" Type="http://schemas.openxmlformats.org/officeDocument/2006/relationships/image" Target="../media/image3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6815C6-3AD0-46E6-A74A-1967BD91AF50}"/>
              </a:ext>
            </a:extLst>
          </p:cNvPr>
          <p:cNvSpPr>
            <a:spLocks noGrp="1"/>
          </p:cNvSpPr>
          <p:nvPr>
            <p:ph type="ctrTitle"/>
          </p:nvPr>
        </p:nvSpPr>
        <p:spPr>
          <a:xfrm>
            <a:off x="925663" y="2593223"/>
            <a:ext cx="7292674" cy="1630077"/>
          </a:xfrm>
        </p:spPr>
        <p:txBody>
          <a:bodyPr rtlCol="0"/>
          <a:lstStyle/>
          <a:p>
            <a:pPr algn="r" rtl="0"/>
            <a:r>
              <a:rPr lang="es-ES" sz="3600" b="1" dirty="0"/>
              <a:t>LINUX</a:t>
            </a:r>
          </a:p>
        </p:txBody>
      </p:sp>
      <p:sp>
        <p:nvSpPr>
          <p:cNvPr id="3" name="Subtítulo 2">
            <a:extLst>
              <a:ext uri="{FF2B5EF4-FFF2-40B4-BE49-F238E27FC236}">
                <a16:creationId xmlns:a16="http://schemas.microsoft.com/office/drawing/2014/main" id="{1901B20D-4C28-4DA3-ABBD-718C22A5E58B}"/>
              </a:ext>
            </a:extLst>
          </p:cNvPr>
          <p:cNvSpPr>
            <a:spLocks noGrp="1"/>
          </p:cNvSpPr>
          <p:nvPr>
            <p:ph type="subTitle" idx="1"/>
          </p:nvPr>
        </p:nvSpPr>
        <p:spPr>
          <a:xfrm>
            <a:off x="2718836" y="6231262"/>
            <a:ext cx="3706328" cy="297495"/>
          </a:xfrm>
        </p:spPr>
        <p:txBody>
          <a:bodyPr rtlCol="0"/>
          <a:lstStyle/>
          <a:p>
            <a:pPr algn="ctr" rtl="0"/>
            <a:r>
              <a:rPr lang="es-ES" dirty="0"/>
              <a:t>MSC. Juan Marcelo Gutierrez M.</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2FE8D17-48DA-0420-E466-401DE935BB7E}"/>
              </a:ext>
            </a:extLst>
          </p:cNvPr>
          <p:cNvSpPr>
            <a:spLocks noGrp="1" noChangeArrowheads="1"/>
          </p:cNvSpPr>
          <p:nvPr>
            <p:ph type="ctrTitle"/>
          </p:nvPr>
        </p:nvSpPr>
        <p:spPr/>
        <p:txBody>
          <a:bodyPr/>
          <a:lstStyle/>
          <a:p>
            <a:pPr eaLnBrk="1" hangingPunct="1"/>
            <a:r>
              <a:rPr lang="es-ES" altLang="es-ES"/>
              <a:t>Brevísima introducción al Linux</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60A06C0E-4A47-E213-E6F5-687010CEB146}"/>
              </a:ext>
            </a:extLst>
          </p:cNvPr>
          <p:cNvSpPr>
            <a:spLocks noGrp="1" noChangeArrowheads="1"/>
          </p:cNvSpPr>
          <p:nvPr>
            <p:ph type="title"/>
          </p:nvPr>
        </p:nvSpPr>
        <p:spPr/>
        <p:txBody>
          <a:bodyPr/>
          <a:lstStyle/>
          <a:p>
            <a:pPr eaLnBrk="1" hangingPunct="1"/>
            <a:r>
              <a:rPr lang="en-US" altLang="es-ES"/>
              <a:t>GNU/Linux</a:t>
            </a:r>
          </a:p>
        </p:txBody>
      </p:sp>
      <p:sp>
        <p:nvSpPr>
          <p:cNvPr id="4099" name="Rectangle 3">
            <a:extLst>
              <a:ext uri="{FF2B5EF4-FFF2-40B4-BE49-F238E27FC236}">
                <a16:creationId xmlns:a16="http://schemas.microsoft.com/office/drawing/2014/main" id="{B5156F8A-7B58-68FE-ACE9-0253A76FE328}"/>
              </a:ext>
            </a:extLst>
          </p:cNvPr>
          <p:cNvSpPr>
            <a:spLocks noGrp="1" noChangeArrowheads="1"/>
          </p:cNvSpPr>
          <p:nvPr>
            <p:ph type="body" idx="1"/>
          </p:nvPr>
        </p:nvSpPr>
        <p:spPr/>
        <p:txBody>
          <a:bodyPr/>
          <a:lstStyle/>
          <a:p>
            <a:pPr eaLnBrk="1" hangingPunct="1"/>
            <a:r>
              <a:rPr lang="es-ES" altLang="es-ES"/>
              <a:t>Es un Sistema Operativo de fuente libre (open source) y gratuito</a:t>
            </a:r>
          </a:p>
          <a:p>
            <a:pPr lvl="1" eaLnBrk="1" hangingPunct="1"/>
            <a:r>
              <a:rPr lang="es-ES" altLang="es-ES"/>
              <a:t>Kernel: Linux</a:t>
            </a:r>
          </a:p>
          <a:p>
            <a:pPr lvl="1" eaLnBrk="1" hangingPunct="1"/>
            <a:r>
              <a:rPr lang="es-ES" altLang="es-ES"/>
              <a:t>Herramientas básicas del SO: GNU</a:t>
            </a:r>
          </a:p>
          <a:p>
            <a:pPr eaLnBrk="1" hangingPunct="1"/>
            <a:r>
              <a:rPr lang="es-ES" altLang="es-ES"/>
              <a:t>Existen muchísimas distribuciones distintas:</a:t>
            </a:r>
          </a:p>
          <a:p>
            <a:pPr lvl="1" eaLnBrk="1" hangingPunct="1"/>
            <a:r>
              <a:rPr lang="es-ES" altLang="es-ES"/>
              <a:t>Cada una incluye un conjunto de herramientas</a:t>
            </a:r>
          </a:p>
          <a:p>
            <a:pPr lvl="1" eaLnBrk="1" hangingPunct="1"/>
            <a:r>
              <a:rPr lang="es-ES" altLang="es-ES"/>
              <a:t>Distintas formas de empaquetar los programas</a:t>
            </a:r>
          </a:p>
          <a:p>
            <a:pPr lvl="1" eaLnBrk="1" hangingPunct="1"/>
            <a:r>
              <a:rPr lang="es-ES" altLang="es-ES"/>
              <a:t>En general compatibles entre sí</a:t>
            </a:r>
          </a:p>
          <a:p>
            <a:pPr lvl="1" eaLnBrk="1" hangingPunct="1"/>
            <a:r>
              <a:rPr lang="es-ES" altLang="es-ES"/>
              <a:t>Entre las más comunes están Ubuntu, Debian, Scientific Linux CERN,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7EA9FCAC-D9B7-1F2A-742B-101E73A5FB20}"/>
              </a:ext>
            </a:extLst>
          </p:cNvPr>
          <p:cNvSpPr>
            <a:spLocks noGrp="1" noChangeArrowheads="1"/>
          </p:cNvSpPr>
          <p:nvPr>
            <p:ph type="title"/>
          </p:nvPr>
        </p:nvSpPr>
        <p:spPr/>
        <p:txBody>
          <a:bodyPr/>
          <a:lstStyle/>
          <a:p>
            <a:pPr eaLnBrk="1" hangingPunct="1"/>
            <a:r>
              <a:rPr lang="en-US" altLang="es-ES"/>
              <a:t>GNU/Linux: Ventanas</a:t>
            </a:r>
          </a:p>
        </p:txBody>
      </p:sp>
      <p:sp>
        <p:nvSpPr>
          <p:cNvPr id="5123" name="Rectangle 3">
            <a:extLst>
              <a:ext uri="{FF2B5EF4-FFF2-40B4-BE49-F238E27FC236}">
                <a16:creationId xmlns:a16="http://schemas.microsoft.com/office/drawing/2014/main" id="{FF828316-D8DF-C3C8-939F-2069B6C68A4D}"/>
              </a:ext>
            </a:extLst>
          </p:cNvPr>
          <p:cNvSpPr>
            <a:spLocks noGrp="1" noChangeArrowheads="1"/>
          </p:cNvSpPr>
          <p:nvPr>
            <p:ph type="body" idx="1"/>
          </p:nvPr>
        </p:nvSpPr>
        <p:spPr>
          <a:xfrm>
            <a:off x="827088" y="1828800"/>
            <a:ext cx="8229600" cy="1384300"/>
          </a:xfrm>
        </p:spPr>
        <p:txBody>
          <a:bodyPr/>
          <a:lstStyle/>
          <a:p>
            <a:pPr eaLnBrk="1" hangingPunct="1">
              <a:lnSpc>
                <a:spcPct val="90000"/>
              </a:lnSpc>
            </a:pPr>
            <a:r>
              <a:rPr lang="en-US" altLang="es-ES" sz="2000" dirty="0" err="1">
                <a:solidFill>
                  <a:schemeClr val="tx1"/>
                </a:solidFill>
              </a:rPr>
              <a:t>Existen</a:t>
            </a:r>
            <a:r>
              <a:rPr lang="en-US" altLang="es-ES" sz="2000" dirty="0">
                <a:solidFill>
                  <a:schemeClr val="tx1"/>
                </a:solidFill>
              </a:rPr>
              <a:t> dos </a:t>
            </a:r>
            <a:r>
              <a:rPr lang="en-US" altLang="es-ES" sz="2000" dirty="0" err="1">
                <a:solidFill>
                  <a:schemeClr val="tx1"/>
                </a:solidFill>
              </a:rPr>
              <a:t>entornos</a:t>
            </a:r>
            <a:r>
              <a:rPr lang="en-US" altLang="es-ES" sz="2000" dirty="0">
                <a:solidFill>
                  <a:schemeClr val="tx1"/>
                </a:solidFill>
              </a:rPr>
              <a:t> </a:t>
            </a:r>
            <a:r>
              <a:rPr lang="en-US" altLang="es-ES" sz="2000" dirty="0" err="1">
                <a:solidFill>
                  <a:schemeClr val="tx1"/>
                </a:solidFill>
              </a:rPr>
              <a:t>gráficos</a:t>
            </a:r>
            <a:r>
              <a:rPr lang="en-US" altLang="es-ES" sz="2000" dirty="0">
                <a:solidFill>
                  <a:schemeClr val="tx1"/>
                </a:solidFill>
              </a:rPr>
              <a:t> </a:t>
            </a:r>
            <a:r>
              <a:rPr lang="en-US" altLang="es-ES" sz="2000" dirty="0" err="1">
                <a:solidFill>
                  <a:schemeClr val="tx1"/>
                </a:solidFill>
              </a:rPr>
              <a:t>principales</a:t>
            </a:r>
            <a:r>
              <a:rPr lang="en-US" altLang="es-ES" sz="2000" dirty="0">
                <a:solidFill>
                  <a:schemeClr val="tx1"/>
                </a:solidFill>
              </a:rPr>
              <a:t> para Linux: Gnome y KDE</a:t>
            </a:r>
          </a:p>
          <a:p>
            <a:pPr lvl="1" eaLnBrk="1" hangingPunct="1">
              <a:lnSpc>
                <a:spcPct val="90000"/>
              </a:lnSpc>
            </a:pPr>
            <a:r>
              <a:rPr lang="en-US" altLang="es-ES" sz="1800" dirty="0" err="1">
                <a:solidFill>
                  <a:schemeClr val="tx1"/>
                </a:solidFill>
              </a:rPr>
              <a:t>Equivalente</a:t>
            </a:r>
            <a:r>
              <a:rPr lang="en-US" altLang="es-ES" sz="1800" dirty="0">
                <a:solidFill>
                  <a:schemeClr val="tx1"/>
                </a:solidFill>
              </a:rPr>
              <a:t> al </a:t>
            </a:r>
            <a:r>
              <a:rPr lang="en-US" altLang="es-ES" sz="1800" dirty="0" err="1">
                <a:solidFill>
                  <a:schemeClr val="tx1"/>
                </a:solidFill>
              </a:rPr>
              <a:t>entorno</a:t>
            </a:r>
            <a:r>
              <a:rPr lang="en-US" altLang="es-ES" sz="1800" dirty="0">
                <a:solidFill>
                  <a:schemeClr val="tx1"/>
                </a:solidFill>
              </a:rPr>
              <a:t> de </a:t>
            </a:r>
            <a:r>
              <a:rPr lang="en-US" altLang="es-ES" sz="1800" dirty="0" err="1">
                <a:solidFill>
                  <a:schemeClr val="tx1"/>
                </a:solidFill>
              </a:rPr>
              <a:t>ventanas</a:t>
            </a:r>
            <a:r>
              <a:rPr lang="en-US" altLang="es-ES" sz="1800" dirty="0">
                <a:solidFill>
                  <a:schemeClr val="tx1"/>
                </a:solidFill>
              </a:rPr>
              <a:t> de windows</a:t>
            </a:r>
          </a:p>
          <a:p>
            <a:pPr lvl="1" eaLnBrk="1" hangingPunct="1">
              <a:lnSpc>
                <a:spcPct val="90000"/>
              </a:lnSpc>
            </a:pPr>
            <a:r>
              <a:rPr lang="en-US" altLang="es-ES" sz="1800" dirty="0">
                <a:solidFill>
                  <a:schemeClr val="tx1"/>
                </a:solidFill>
              </a:rPr>
              <a:t>Compatibles entre </a:t>
            </a:r>
            <a:r>
              <a:rPr lang="en-US" altLang="es-ES" sz="1800" dirty="0" err="1">
                <a:solidFill>
                  <a:schemeClr val="tx1"/>
                </a:solidFill>
              </a:rPr>
              <a:t>sí</a:t>
            </a:r>
            <a:endParaRPr lang="en-US" altLang="es-ES" sz="1800" dirty="0">
              <a:solidFill>
                <a:schemeClr val="tx1"/>
              </a:solidFill>
            </a:endParaRPr>
          </a:p>
          <a:p>
            <a:pPr lvl="1" eaLnBrk="1" hangingPunct="1">
              <a:lnSpc>
                <a:spcPct val="90000"/>
              </a:lnSpc>
            </a:pPr>
            <a:r>
              <a:rPr lang="en-US" altLang="es-ES" sz="1800" dirty="0" err="1">
                <a:solidFill>
                  <a:schemeClr val="tx1"/>
                </a:solidFill>
              </a:rPr>
              <a:t>Cuestión</a:t>
            </a:r>
            <a:r>
              <a:rPr lang="en-US" altLang="es-ES" sz="1800" dirty="0">
                <a:solidFill>
                  <a:schemeClr val="tx1"/>
                </a:solidFill>
              </a:rPr>
              <a:t> de </a:t>
            </a:r>
            <a:r>
              <a:rPr lang="en-US" altLang="es-ES" sz="1800" dirty="0" err="1">
                <a:solidFill>
                  <a:schemeClr val="tx1"/>
                </a:solidFill>
              </a:rPr>
              <a:t>gustos</a:t>
            </a:r>
            <a:endParaRPr lang="en-US" altLang="es-ES" sz="1800" dirty="0">
              <a:solidFill>
                <a:schemeClr val="tx1"/>
              </a:solidFill>
            </a:endParaRPr>
          </a:p>
        </p:txBody>
      </p:sp>
      <p:pic>
        <p:nvPicPr>
          <p:cNvPr id="5124" name="Picture 4" descr="Pantallazo-Ubuntu_Linux-Gnome">
            <a:extLst>
              <a:ext uri="{FF2B5EF4-FFF2-40B4-BE49-F238E27FC236}">
                <a16:creationId xmlns:a16="http://schemas.microsoft.com/office/drawing/2014/main" id="{8CF57FBE-786A-831F-0D58-3B5D554D7F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3420869"/>
            <a:ext cx="5508625" cy="344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 name="Picture 5" descr="im">
            <a:extLst>
              <a:ext uri="{FF2B5EF4-FFF2-40B4-BE49-F238E27FC236}">
                <a16:creationId xmlns:a16="http://schemas.microsoft.com/office/drawing/2014/main" id="{83D434E8-A8BA-309E-C293-7FA4772D38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1523"/>
          <a:stretch>
            <a:fillRect/>
          </a:stretch>
        </p:blipFill>
        <p:spPr bwMode="auto">
          <a:xfrm>
            <a:off x="7451725" y="2205038"/>
            <a:ext cx="504825"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6" name="Picture 6" descr="top-kde">
            <a:extLst>
              <a:ext uri="{FF2B5EF4-FFF2-40B4-BE49-F238E27FC236}">
                <a16:creationId xmlns:a16="http://schemas.microsoft.com/office/drawing/2014/main" id="{D75BCE1B-40ED-AEF8-15C7-03CB25D247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59788" y="2205038"/>
            <a:ext cx="379412"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7" name="AutoShape 7">
            <a:extLst>
              <a:ext uri="{FF2B5EF4-FFF2-40B4-BE49-F238E27FC236}">
                <a16:creationId xmlns:a16="http://schemas.microsoft.com/office/drawing/2014/main" id="{43A141A0-444B-72ED-B724-27DF053E81A5}"/>
              </a:ext>
            </a:extLst>
          </p:cNvPr>
          <p:cNvSpPr>
            <a:spLocks noChangeArrowheads="1"/>
          </p:cNvSpPr>
          <p:nvPr/>
        </p:nvSpPr>
        <p:spPr bwMode="auto">
          <a:xfrm rot="7460500">
            <a:off x="6253957" y="2610643"/>
            <a:ext cx="1416050" cy="315913"/>
          </a:xfrm>
          <a:prstGeom prst="rightArrow">
            <a:avLst>
              <a:gd name="adj1" fmla="val 50000"/>
              <a:gd name="adj2" fmla="val 112060"/>
            </a:avLst>
          </a:prstGeom>
          <a:solidFill>
            <a:schemeClr val="accent1"/>
          </a:solidFill>
          <a:ln w="19050">
            <a:solidFill>
              <a:schemeClr val="tx1"/>
            </a:solidFill>
            <a:miter lim="800000"/>
            <a:headEn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D0698921-4233-3AEA-6F4B-99E2BF439F2F}"/>
              </a:ext>
            </a:extLst>
          </p:cNvPr>
          <p:cNvSpPr>
            <a:spLocks noGrp="1" noChangeArrowheads="1"/>
          </p:cNvSpPr>
          <p:nvPr>
            <p:ph type="title"/>
          </p:nvPr>
        </p:nvSpPr>
        <p:spPr/>
        <p:txBody>
          <a:bodyPr/>
          <a:lstStyle/>
          <a:p>
            <a:pPr eaLnBrk="1" hangingPunct="1"/>
            <a:r>
              <a:rPr lang="en-US" altLang="es-ES"/>
              <a:t>GNU/Linux: La consola</a:t>
            </a:r>
          </a:p>
        </p:txBody>
      </p:sp>
      <p:sp>
        <p:nvSpPr>
          <p:cNvPr id="6147" name="Rectangle 3">
            <a:extLst>
              <a:ext uri="{FF2B5EF4-FFF2-40B4-BE49-F238E27FC236}">
                <a16:creationId xmlns:a16="http://schemas.microsoft.com/office/drawing/2014/main" id="{982FBD0B-1841-9F86-5414-14669F30C2B0}"/>
              </a:ext>
            </a:extLst>
          </p:cNvPr>
          <p:cNvSpPr>
            <a:spLocks noGrp="1" noChangeArrowheads="1"/>
          </p:cNvSpPr>
          <p:nvPr>
            <p:ph type="body" sz="half" idx="1"/>
          </p:nvPr>
        </p:nvSpPr>
        <p:spPr>
          <a:xfrm>
            <a:off x="827088" y="1828800"/>
            <a:ext cx="8229600" cy="1671638"/>
          </a:xfrm>
        </p:spPr>
        <p:txBody>
          <a:bodyPr>
            <a:normAutofit lnSpcReduction="10000"/>
          </a:bodyPr>
          <a:lstStyle/>
          <a:p>
            <a:pPr eaLnBrk="1" hangingPunct="1">
              <a:lnSpc>
                <a:spcPct val="90000"/>
              </a:lnSpc>
            </a:pPr>
            <a:r>
              <a:rPr lang="en-US" altLang="es-ES" sz="2000"/>
              <a:t>Ventana en la que se teclean los comandos que se quieren ejecutar</a:t>
            </a:r>
          </a:p>
          <a:p>
            <a:pPr eaLnBrk="1" hangingPunct="1">
              <a:lnSpc>
                <a:spcPct val="90000"/>
              </a:lnSpc>
            </a:pPr>
            <a:r>
              <a:rPr lang="en-US" altLang="es-ES" sz="2000"/>
              <a:t>Puede ser más difícil de aprender (a veces)</a:t>
            </a:r>
          </a:p>
          <a:p>
            <a:pPr lvl="1" eaLnBrk="1" hangingPunct="1">
              <a:lnSpc>
                <a:spcPct val="90000"/>
              </a:lnSpc>
            </a:pPr>
            <a:r>
              <a:rPr lang="en-US" altLang="es-ES" sz="1800"/>
              <a:t>Hay que aprenderse los comandos</a:t>
            </a:r>
          </a:p>
          <a:p>
            <a:pPr eaLnBrk="1" hangingPunct="1">
              <a:lnSpc>
                <a:spcPct val="90000"/>
              </a:lnSpc>
            </a:pPr>
            <a:r>
              <a:rPr lang="en-US" altLang="es-ES" sz="2000"/>
              <a:t>Pero es muuuuucho más flexible</a:t>
            </a:r>
          </a:p>
          <a:p>
            <a:pPr lvl="1" eaLnBrk="1" hangingPunct="1">
              <a:lnSpc>
                <a:spcPct val="90000"/>
              </a:lnSpc>
            </a:pPr>
            <a:r>
              <a:rPr lang="en-US" altLang="es-ES" sz="1800"/>
              <a:t>No dependes de las opciones que hay en tu GUI</a:t>
            </a:r>
          </a:p>
        </p:txBody>
      </p:sp>
      <p:sp>
        <p:nvSpPr>
          <p:cNvPr id="6148" name="Rectangle 4">
            <a:extLst>
              <a:ext uri="{FF2B5EF4-FFF2-40B4-BE49-F238E27FC236}">
                <a16:creationId xmlns:a16="http://schemas.microsoft.com/office/drawing/2014/main" id="{E4456ACB-20AE-25C6-26DC-B67D17550284}"/>
              </a:ext>
            </a:extLst>
          </p:cNvPr>
          <p:cNvSpPr>
            <a:spLocks noGrp="1" noChangeArrowheads="1"/>
          </p:cNvSpPr>
          <p:nvPr>
            <p:ph sz="half" idx="2"/>
          </p:nvPr>
        </p:nvSpPr>
        <p:spPr>
          <a:xfrm>
            <a:off x="827088" y="3573463"/>
            <a:ext cx="3529012" cy="3284537"/>
          </a:xfrm>
        </p:spPr>
        <p:txBody>
          <a:bodyPr/>
          <a:lstStyle/>
          <a:p>
            <a:pPr eaLnBrk="1" hangingPunct="1">
              <a:lnSpc>
                <a:spcPct val="90000"/>
              </a:lnSpc>
            </a:pPr>
            <a:r>
              <a:rPr lang="en-US" altLang="es-ES" sz="2000"/>
              <a:t>Y sobre todo es muchísimo más eficiente</a:t>
            </a:r>
          </a:p>
          <a:p>
            <a:pPr lvl="1" eaLnBrk="1" hangingPunct="1">
              <a:lnSpc>
                <a:spcPct val="90000"/>
              </a:lnSpc>
            </a:pPr>
            <a:r>
              <a:rPr lang="en-US" altLang="es-ES" sz="1800"/>
              <a:t>Al no haber clicks y movimientos de cursors, permite automatizar tareas repetitivas</a:t>
            </a:r>
          </a:p>
          <a:p>
            <a:pPr lvl="1" eaLnBrk="1" hangingPunct="1">
              <a:lnSpc>
                <a:spcPct val="90000"/>
              </a:lnSpc>
            </a:pPr>
            <a:r>
              <a:rPr lang="en-US" altLang="es-ES" sz="1800"/>
              <a:t>Gran parte de lo que hacemos es repetitivo</a:t>
            </a:r>
          </a:p>
          <a:p>
            <a:pPr eaLnBrk="1" hangingPunct="1">
              <a:lnSpc>
                <a:spcPct val="90000"/>
              </a:lnSpc>
            </a:pPr>
            <a:r>
              <a:rPr lang="en-US" altLang="es-ES" sz="2000"/>
              <a:t>También optimiza la posibilidad de ejecutar tareas en nodos remotos</a:t>
            </a:r>
          </a:p>
        </p:txBody>
      </p:sp>
      <p:pic>
        <p:nvPicPr>
          <p:cNvPr id="6149" name="Picture 5" descr="Screenshot">
            <a:extLst>
              <a:ext uri="{FF2B5EF4-FFF2-40B4-BE49-F238E27FC236}">
                <a16:creationId xmlns:a16="http://schemas.microsoft.com/office/drawing/2014/main" id="{3A99B9FA-42B0-F762-A14D-416F178112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7538" y="3573463"/>
            <a:ext cx="4672012" cy="325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CB004BF0-4FF8-7049-D7DB-927CAB8C367C}"/>
              </a:ext>
            </a:extLst>
          </p:cNvPr>
          <p:cNvSpPr>
            <a:spLocks noGrp="1" noChangeArrowheads="1"/>
          </p:cNvSpPr>
          <p:nvPr>
            <p:ph type="title"/>
          </p:nvPr>
        </p:nvSpPr>
        <p:spPr/>
        <p:txBody>
          <a:bodyPr/>
          <a:lstStyle/>
          <a:p>
            <a:pPr eaLnBrk="1" hangingPunct="1"/>
            <a:r>
              <a:rPr lang="en-US" altLang="es-ES"/>
              <a:t>GNU/Linux</a:t>
            </a:r>
          </a:p>
        </p:txBody>
      </p:sp>
      <p:sp>
        <p:nvSpPr>
          <p:cNvPr id="7171" name="Rectangle 3">
            <a:extLst>
              <a:ext uri="{FF2B5EF4-FFF2-40B4-BE49-F238E27FC236}">
                <a16:creationId xmlns:a16="http://schemas.microsoft.com/office/drawing/2014/main" id="{16CE7A55-7389-78E4-2035-79A27DCFCC28}"/>
              </a:ext>
            </a:extLst>
          </p:cNvPr>
          <p:cNvSpPr>
            <a:spLocks noGrp="1" noChangeArrowheads="1"/>
          </p:cNvSpPr>
          <p:nvPr>
            <p:ph type="body" idx="1"/>
          </p:nvPr>
        </p:nvSpPr>
        <p:spPr>
          <a:xfrm>
            <a:off x="755650" y="1828800"/>
            <a:ext cx="8159750" cy="5029200"/>
          </a:xfrm>
        </p:spPr>
        <p:txBody>
          <a:bodyPr/>
          <a:lstStyle/>
          <a:p>
            <a:pPr eaLnBrk="1" hangingPunct="1">
              <a:lnSpc>
                <a:spcPct val="80000"/>
              </a:lnSpc>
            </a:pPr>
            <a:r>
              <a:rPr lang="es-ES" altLang="es-ES" sz="2000"/>
              <a:t>En el entorno científico y en particular en física de partículas Linux es mayoritario</a:t>
            </a:r>
          </a:p>
          <a:p>
            <a:pPr lvl="1" eaLnBrk="1" hangingPunct="1">
              <a:lnSpc>
                <a:spcPct val="80000"/>
              </a:lnSpc>
            </a:pPr>
            <a:r>
              <a:rPr lang="es-ES" altLang="es-ES" sz="1800"/>
              <a:t>SLC es casi omnipresente en AAEE:</a:t>
            </a:r>
            <a:br>
              <a:rPr lang="es-ES" altLang="es-ES" sz="1800"/>
            </a:br>
            <a:r>
              <a:rPr lang="es-ES" altLang="es-ES" sz="1800">
                <a:hlinkClick r:id="rId2"/>
              </a:rPr>
              <a:t>http://linux.web.cern.ch/linux/scientific4/</a:t>
            </a:r>
            <a:br>
              <a:rPr lang="es-ES" altLang="es-ES" sz="1800"/>
            </a:br>
            <a:r>
              <a:rPr lang="es-ES" altLang="es-ES" sz="1800"/>
              <a:t> </a:t>
            </a:r>
          </a:p>
          <a:p>
            <a:pPr lvl="1" eaLnBrk="1" hangingPunct="1">
              <a:lnSpc>
                <a:spcPct val="80000"/>
              </a:lnSpc>
            </a:pPr>
            <a:r>
              <a:rPr lang="es-ES" altLang="es-ES" sz="1800"/>
              <a:t>Ubuntu muy adecuada para usarios con poca experiencia:</a:t>
            </a:r>
            <a:br>
              <a:rPr lang="es-ES" altLang="es-ES" sz="1800"/>
            </a:br>
            <a:r>
              <a:rPr lang="es-ES" altLang="es-ES" sz="1800">
                <a:hlinkClick r:id="rId3"/>
              </a:rPr>
              <a:t>http://www.ubuntu-es.org</a:t>
            </a:r>
            <a:r>
              <a:rPr lang="es-ES" altLang="es-ES" sz="1800"/>
              <a:t> </a:t>
            </a:r>
          </a:p>
          <a:p>
            <a:pPr lvl="1" eaLnBrk="1" hangingPunct="1">
              <a:lnSpc>
                <a:spcPct val="80000"/>
              </a:lnSpc>
            </a:pPr>
            <a:endParaRPr lang="es-ES" altLang="es-ES" sz="1800"/>
          </a:p>
          <a:p>
            <a:pPr eaLnBrk="1" hangingPunct="1">
              <a:lnSpc>
                <a:spcPct val="80000"/>
              </a:lnSpc>
            </a:pPr>
            <a:r>
              <a:rPr lang="es-ES" altLang="es-ES" sz="2000"/>
              <a:t>Existen aplicaciones que permiten ejecutar Linux dentro de Windows</a:t>
            </a:r>
          </a:p>
          <a:p>
            <a:pPr lvl="1" eaLnBrk="1" hangingPunct="1">
              <a:lnSpc>
                <a:spcPct val="80000"/>
              </a:lnSpc>
            </a:pPr>
            <a:r>
              <a:rPr lang="es-ES" altLang="es-ES" sz="1800"/>
              <a:t>VMWare:</a:t>
            </a:r>
          </a:p>
          <a:p>
            <a:pPr lvl="2" eaLnBrk="1" hangingPunct="1">
              <a:lnSpc>
                <a:spcPct val="80000"/>
              </a:lnSpc>
            </a:pPr>
            <a:r>
              <a:rPr lang="es-ES" altLang="es-ES" sz="1600"/>
              <a:t>Emulación completa de Linux</a:t>
            </a:r>
          </a:p>
          <a:p>
            <a:pPr lvl="2" eaLnBrk="1" hangingPunct="1">
              <a:lnSpc>
                <a:spcPct val="80000"/>
              </a:lnSpc>
            </a:pPr>
            <a:r>
              <a:rPr lang="es-ES" altLang="es-ES" sz="1600">
                <a:hlinkClick r:id="rId4"/>
              </a:rPr>
              <a:t>http://www.vwmare.com</a:t>
            </a:r>
            <a:r>
              <a:rPr lang="es-ES" altLang="es-ES" sz="1600"/>
              <a:t> </a:t>
            </a:r>
          </a:p>
          <a:p>
            <a:pPr lvl="1" eaLnBrk="1" hangingPunct="1">
              <a:lnSpc>
                <a:spcPct val="80000"/>
              </a:lnSpc>
            </a:pPr>
            <a:r>
              <a:rPr lang="es-ES" altLang="es-ES" sz="1800"/>
              <a:t>Cygwin:</a:t>
            </a:r>
          </a:p>
          <a:p>
            <a:pPr lvl="2" eaLnBrk="1" hangingPunct="1">
              <a:lnSpc>
                <a:spcPct val="80000"/>
              </a:lnSpc>
            </a:pPr>
            <a:r>
              <a:rPr lang="es-ES" altLang="es-ES" sz="1600"/>
              <a:t>Entorno de aplicaciones Linux portadas a Windows</a:t>
            </a:r>
          </a:p>
          <a:p>
            <a:pPr lvl="2" eaLnBrk="1" hangingPunct="1">
              <a:lnSpc>
                <a:spcPct val="80000"/>
              </a:lnSpc>
            </a:pPr>
            <a:r>
              <a:rPr lang="es-ES" altLang="es-ES" sz="1600">
                <a:sym typeface="Wingdings" panose="05000000000000000000" pitchFamily="2" charset="2"/>
                <a:hlinkClick r:id="rId5"/>
              </a:rPr>
              <a:t>http://www.cygwin.com/</a:t>
            </a:r>
            <a:r>
              <a:rPr lang="es-ES" altLang="es-ES" sz="1600">
                <a:sym typeface="Wingdings" panose="05000000000000000000" pitchFamily="2" charset="2"/>
              </a:rPr>
              <a:t> </a:t>
            </a:r>
            <a:endParaRPr lang="es-ES" altLang="es-ES" sz="1600"/>
          </a:p>
          <a:p>
            <a:pPr lvl="1" eaLnBrk="1" hangingPunct="1">
              <a:lnSpc>
                <a:spcPct val="80000"/>
              </a:lnSpc>
            </a:pPr>
            <a:r>
              <a:rPr lang="es-ES" altLang="es-ES" sz="1800"/>
              <a:t>Portable Ubuntu</a:t>
            </a:r>
          </a:p>
          <a:p>
            <a:pPr lvl="2" eaLnBrk="1" hangingPunct="1">
              <a:lnSpc>
                <a:spcPct val="80000"/>
              </a:lnSpc>
            </a:pPr>
            <a:r>
              <a:rPr lang="es-ES" altLang="es-ES" sz="1600"/>
              <a:t>Corre Ubuntu desde Windows y es facilmente portable</a:t>
            </a:r>
          </a:p>
          <a:p>
            <a:pPr lvl="2" eaLnBrk="1" hangingPunct="1">
              <a:lnSpc>
                <a:spcPct val="80000"/>
              </a:lnSpc>
            </a:pPr>
            <a:r>
              <a:rPr lang="es-ES" altLang="es-ES" sz="1600">
                <a:hlinkClick r:id="rId2"/>
              </a:rPr>
              <a:t>http://linux.web.cern.ch/linux/scientific4/</a:t>
            </a:r>
            <a:r>
              <a:rPr lang="en-US" altLang="es-ES" sz="1600"/>
              <a:t> </a:t>
            </a:r>
          </a:p>
        </p:txBody>
      </p:sp>
      <p:pic>
        <p:nvPicPr>
          <p:cNvPr id="7172" name="Picture 4" descr="cygwin-icon">
            <a:extLst>
              <a:ext uri="{FF2B5EF4-FFF2-40B4-BE49-F238E27FC236}">
                <a16:creationId xmlns:a16="http://schemas.microsoft.com/office/drawing/2014/main" id="{85C7EB63-90E3-626B-5326-A557A549289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08850" y="5084763"/>
            <a:ext cx="5048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3" name="Picture 5" descr="cern_tux">
            <a:extLst>
              <a:ext uri="{FF2B5EF4-FFF2-40B4-BE49-F238E27FC236}">
                <a16:creationId xmlns:a16="http://schemas.microsoft.com/office/drawing/2014/main" id="{920C974E-54A3-2A53-23F6-F5EEA28C007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67400" y="2420938"/>
            <a:ext cx="62547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4" name="Picture 6" descr="logo">
            <a:extLst>
              <a:ext uri="{FF2B5EF4-FFF2-40B4-BE49-F238E27FC236}">
                <a16:creationId xmlns:a16="http://schemas.microsoft.com/office/drawing/2014/main" id="{3ADD70C5-4158-8E7A-40AF-70AEADADE5B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48263" y="4221163"/>
            <a:ext cx="190500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5" name="Picture 7" descr="icon-ubuntu">
            <a:extLst>
              <a:ext uri="{FF2B5EF4-FFF2-40B4-BE49-F238E27FC236}">
                <a16:creationId xmlns:a16="http://schemas.microsoft.com/office/drawing/2014/main" id="{7CBB4861-4768-63D7-E206-0EE27668FD5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67625" y="3141663"/>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A7804A2A-BA79-BF9E-0DE6-3EECC1B0E6FC}"/>
              </a:ext>
            </a:extLst>
          </p:cNvPr>
          <p:cNvSpPr>
            <a:spLocks noGrp="1" noChangeArrowheads="1"/>
          </p:cNvSpPr>
          <p:nvPr>
            <p:ph type="title"/>
          </p:nvPr>
        </p:nvSpPr>
        <p:spPr>
          <a:xfrm>
            <a:off x="914400" y="762000"/>
            <a:ext cx="8229600" cy="685800"/>
          </a:xfrm>
        </p:spPr>
        <p:txBody>
          <a:bodyPr/>
          <a:lstStyle/>
          <a:p>
            <a:pPr eaLnBrk="1" hangingPunct="1"/>
            <a:r>
              <a:rPr lang="en-US" altLang="es-ES"/>
              <a:t>Otros conceptos de Linux: Usuarios</a:t>
            </a:r>
          </a:p>
        </p:txBody>
      </p:sp>
      <p:sp>
        <p:nvSpPr>
          <p:cNvPr id="8195" name="Rectangle 3">
            <a:extLst>
              <a:ext uri="{FF2B5EF4-FFF2-40B4-BE49-F238E27FC236}">
                <a16:creationId xmlns:a16="http://schemas.microsoft.com/office/drawing/2014/main" id="{655251EA-18BB-FAB9-B002-038D9B8F3B49}"/>
              </a:ext>
            </a:extLst>
          </p:cNvPr>
          <p:cNvSpPr>
            <a:spLocks noGrp="1" noChangeArrowheads="1"/>
          </p:cNvSpPr>
          <p:nvPr>
            <p:ph type="body" idx="1"/>
          </p:nvPr>
        </p:nvSpPr>
        <p:spPr/>
        <p:txBody>
          <a:bodyPr/>
          <a:lstStyle/>
          <a:p>
            <a:pPr eaLnBrk="1" hangingPunct="1"/>
            <a:r>
              <a:rPr lang="en-US" altLang="es-ES"/>
              <a:t>Usuarios:</a:t>
            </a:r>
          </a:p>
          <a:p>
            <a:pPr lvl="1" eaLnBrk="1" hangingPunct="1"/>
            <a:r>
              <a:rPr lang="en-US" altLang="es-ES"/>
              <a:t>Linux es un sistema multiusuario</a:t>
            </a:r>
          </a:p>
          <a:p>
            <a:pPr lvl="1" eaLnBrk="1" hangingPunct="1"/>
            <a:r>
              <a:rPr lang="en-US" altLang="es-ES"/>
              <a:t>Cada usuario posee unos permisos concretos (lectura, escritura, ejecución,…)</a:t>
            </a:r>
          </a:p>
          <a:p>
            <a:pPr lvl="1" eaLnBrk="1" hangingPunct="1"/>
            <a:r>
              <a:rPr lang="en-US" altLang="es-ES"/>
              <a:t>El usuario root puede hacer (casi) todo</a:t>
            </a:r>
          </a:p>
          <a:p>
            <a:pPr eaLnBrk="1" hangingPunct="1"/>
            <a:r>
              <a:rPr lang="en-US" altLang="es-ES"/>
              <a:t>Grupos:</a:t>
            </a:r>
          </a:p>
          <a:p>
            <a:pPr lvl="1" eaLnBrk="1" hangingPunct="1"/>
            <a:r>
              <a:rPr lang="en-US" altLang="es-ES"/>
              <a:t>Cada usuario pertenece a al menos un grupo</a:t>
            </a:r>
          </a:p>
          <a:p>
            <a:pPr lvl="1" eaLnBrk="1" hangingPunct="1"/>
            <a:r>
              <a:rPr lang="en-US" altLang="es-ES"/>
              <a:t>Los permisos se pueden regular a nivel de usuario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0FC4D52C-1CA5-36E6-747F-18DE9BD188CA}"/>
              </a:ext>
            </a:extLst>
          </p:cNvPr>
          <p:cNvSpPr>
            <a:spLocks noGrp="1" noChangeArrowheads="1"/>
          </p:cNvSpPr>
          <p:nvPr>
            <p:ph type="title"/>
          </p:nvPr>
        </p:nvSpPr>
        <p:spPr/>
        <p:txBody>
          <a:bodyPr/>
          <a:lstStyle/>
          <a:p>
            <a:pPr eaLnBrk="1" hangingPunct="1"/>
            <a:r>
              <a:rPr lang="en-US" altLang="es-ES" sz="3200"/>
              <a:t>Otros conceptos de Linux: Ficheros</a:t>
            </a:r>
          </a:p>
        </p:txBody>
      </p:sp>
      <p:sp>
        <p:nvSpPr>
          <p:cNvPr id="9219" name="Rectangle 3">
            <a:extLst>
              <a:ext uri="{FF2B5EF4-FFF2-40B4-BE49-F238E27FC236}">
                <a16:creationId xmlns:a16="http://schemas.microsoft.com/office/drawing/2014/main" id="{B300518A-76C9-DDE9-C70D-40F26BAF387A}"/>
              </a:ext>
            </a:extLst>
          </p:cNvPr>
          <p:cNvSpPr>
            <a:spLocks noGrp="1" noChangeArrowheads="1"/>
          </p:cNvSpPr>
          <p:nvPr>
            <p:ph type="body" idx="1"/>
          </p:nvPr>
        </p:nvSpPr>
        <p:spPr>
          <a:xfrm>
            <a:off x="755650" y="1828800"/>
            <a:ext cx="5111750" cy="5029200"/>
          </a:xfrm>
        </p:spPr>
        <p:txBody>
          <a:bodyPr>
            <a:normAutofit lnSpcReduction="10000"/>
          </a:bodyPr>
          <a:lstStyle/>
          <a:p>
            <a:pPr eaLnBrk="1" hangingPunct="1">
              <a:lnSpc>
                <a:spcPct val="80000"/>
              </a:lnSpc>
            </a:pPr>
            <a:r>
              <a:rPr lang="es-ES" altLang="es-ES" sz="2000"/>
              <a:t>Terminología:</a:t>
            </a:r>
          </a:p>
          <a:p>
            <a:pPr lvl="1" eaLnBrk="1" hangingPunct="1">
              <a:lnSpc>
                <a:spcPct val="80000"/>
              </a:lnSpc>
            </a:pPr>
            <a:r>
              <a:rPr lang="es-ES" altLang="es-ES" sz="1800"/>
              <a:t>Ficheros = Archivos = Documentos</a:t>
            </a:r>
          </a:p>
          <a:p>
            <a:pPr lvl="1" eaLnBrk="1" hangingPunct="1">
              <a:lnSpc>
                <a:spcPct val="80000"/>
              </a:lnSpc>
            </a:pPr>
            <a:r>
              <a:rPr lang="es-ES" altLang="es-ES" sz="1800"/>
              <a:t>Directorios = Carpetas</a:t>
            </a:r>
          </a:p>
          <a:p>
            <a:pPr eaLnBrk="1" hangingPunct="1">
              <a:lnSpc>
                <a:spcPct val="80000"/>
              </a:lnSpc>
            </a:pPr>
            <a:r>
              <a:rPr lang="es-ES" altLang="es-ES" sz="2000"/>
              <a:t>Todos los ficheros pertenecen a algún usuario</a:t>
            </a:r>
          </a:p>
          <a:p>
            <a:pPr lvl="2" eaLnBrk="1" hangingPunct="1">
              <a:lnSpc>
                <a:spcPct val="80000"/>
              </a:lnSpc>
            </a:pPr>
            <a:r>
              <a:rPr lang="es-ES" altLang="es-ES" sz="1600"/>
              <a:t>Que controla su visibilidad para el resto de usuarios/grupos</a:t>
            </a:r>
          </a:p>
          <a:p>
            <a:pPr lvl="1" eaLnBrk="1" hangingPunct="1">
              <a:lnSpc>
                <a:spcPct val="80000"/>
              </a:lnSpc>
            </a:pPr>
            <a:r>
              <a:rPr lang="es-ES" altLang="es-ES" sz="1800"/>
              <a:t>Los ficheros se encuentra en algún directorios</a:t>
            </a:r>
          </a:p>
          <a:p>
            <a:pPr eaLnBrk="1" hangingPunct="1">
              <a:lnSpc>
                <a:spcPct val="80000"/>
              </a:lnSpc>
            </a:pPr>
            <a:r>
              <a:rPr lang="es-ES" altLang="es-ES" sz="2000"/>
              <a:t>Directorios especiales:</a:t>
            </a:r>
          </a:p>
          <a:p>
            <a:pPr lvl="1" eaLnBrk="1" hangingPunct="1">
              <a:lnSpc>
                <a:spcPct val="80000"/>
              </a:lnSpc>
              <a:buFontTx/>
              <a:buNone/>
            </a:pPr>
            <a:r>
              <a:rPr lang="es-ES" altLang="es-ES" sz="1800">
                <a:solidFill>
                  <a:schemeClr val="tx2"/>
                </a:solidFill>
                <a:latin typeface="Courier New" panose="02070309020205020404" pitchFamily="49" charset="0"/>
              </a:rPr>
              <a:t>.</a:t>
            </a:r>
            <a:r>
              <a:rPr lang="es-ES" altLang="es-ES" sz="1800"/>
              <a:t>   </a:t>
            </a:r>
            <a:r>
              <a:rPr lang="es-ES" altLang="es-ES" sz="1800">
                <a:sym typeface="Wingdings" panose="05000000000000000000" pitchFamily="2" charset="2"/>
              </a:rPr>
              <a:t> Dir actual</a:t>
            </a:r>
          </a:p>
          <a:p>
            <a:pPr lvl="1" eaLnBrk="1" hangingPunct="1">
              <a:lnSpc>
                <a:spcPct val="80000"/>
              </a:lnSpc>
              <a:buFontTx/>
              <a:buNone/>
            </a:pPr>
            <a:r>
              <a:rPr lang="es-ES" altLang="es-ES" sz="1800">
                <a:solidFill>
                  <a:schemeClr val="tx2"/>
                </a:solidFill>
                <a:latin typeface="Courier New" panose="02070309020205020404" pitchFamily="49" charset="0"/>
                <a:sym typeface="Wingdings" panose="05000000000000000000" pitchFamily="2" charset="2"/>
              </a:rPr>
              <a:t>..</a:t>
            </a:r>
            <a:r>
              <a:rPr lang="es-ES" altLang="es-ES" sz="1800">
                <a:sym typeface="Wingdings" panose="05000000000000000000" pitchFamily="2" charset="2"/>
              </a:rPr>
              <a:t>  Dir superior</a:t>
            </a:r>
          </a:p>
          <a:p>
            <a:pPr lvl="1" eaLnBrk="1" hangingPunct="1">
              <a:lnSpc>
                <a:spcPct val="80000"/>
              </a:lnSpc>
              <a:buFontTx/>
              <a:buNone/>
            </a:pPr>
            <a:r>
              <a:rPr lang="es-ES" altLang="es-ES" sz="1800">
                <a:solidFill>
                  <a:schemeClr val="tx2"/>
                </a:solidFill>
              </a:rPr>
              <a:t>/</a:t>
            </a:r>
            <a:r>
              <a:rPr lang="es-ES" altLang="es-ES" sz="1800"/>
              <a:t>    </a:t>
            </a:r>
            <a:r>
              <a:rPr lang="es-ES" altLang="es-ES" sz="1800">
                <a:sym typeface="Wingdings" panose="05000000000000000000" pitchFamily="2" charset="2"/>
              </a:rPr>
              <a:t> D</a:t>
            </a:r>
            <a:r>
              <a:rPr lang="es-ES" altLang="es-ES" sz="1800"/>
              <a:t>irectorio raíz</a:t>
            </a:r>
          </a:p>
          <a:p>
            <a:pPr lvl="1" eaLnBrk="1" hangingPunct="1">
              <a:lnSpc>
                <a:spcPct val="80000"/>
              </a:lnSpc>
              <a:buFontTx/>
              <a:buNone/>
            </a:pPr>
            <a:r>
              <a:rPr lang="es-ES" altLang="es-ES" sz="1800">
                <a:solidFill>
                  <a:schemeClr val="tx2"/>
                </a:solidFill>
              </a:rPr>
              <a:t>~</a:t>
            </a:r>
            <a:r>
              <a:rPr lang="es-ES" altLang="es-ES" sz="1800"/>
              <a:t>   </a:t>
            </a:r>
            <a:r>
              <a:rPr lang="es-ES" altLang="es-ES" sz="1800">
                <a:sym typeface="Wingdings" panose="05000000000000000000" pitchFamily="2" charset="2"/>
              </a:rPr>
              <a:t> Directorio de usuario</a:t>
            </a:r>
          </a:p>
          <a:p>
            <a:pPr eaLnBrk="1" hangingPunct="1">
              <a:lnSpc>
                <a:spcPct val="80000"/>
              </a:lnSpc>
            </a:pPr>
            <a:r>
              <a:rPr lang="es-ES" altLang="es-ES" sz="2000"/>
              <a:t>Subdirectorios:</a:t>
            </a:r>
          </a:p>
          <a:p>
            <a:pPr lvl="1" eaLnBrk="1" hangingPunct="1">
              <a:lnSpc>
                <a:spcPct val="80000"/>
              </a:lnSpc>
            </a:pPr>
            <a:r>
              <a:rPr lang="es-ES" altLang="es-ES" sz="1800"/>
              <a:t>El camino (path) hasta un directorio se construye encadenando los directorios intermedios separados por ‘</a:t>
            </a:r>
            <a:r>
              <a:rPr lang="es-ES" altLang="es-ES" sz="1800">
                <a:solidFill>
                  <a:schemeClr val="tx2"/>
                </a:solidFill>
              </a:rPr>
              <a:t>/</a:t>
            </a:r>
            <a:r>
              <a:rPr lang="es-ES" altLang="es-ES" sz="1800"/>
              <a:t>’. Ej: </a:t>
            </a:r>
            <a:r>
              <a:rPr lang="es-ES" altLang="es-ES" sz="1800">
                <a:solidFill>
                  <a:schemeClr val="tx2"/>
                </a:solidFill>
                <a:latin typeface="Courier New" panose="02070309020205020404" pitchFamily="49" charset="0"/>
              </a:rPr>
              <a:t>/home/larry</a:t>
            </a:r>
          </a:p>
        </p:txBody>
      </p:sp>
      <p:pic>
        <p:nvPicPr>
          <p:cNvPr id="9220" name="Picture 4" descr="img123">
            <a:extLst>
              <a:ext uri="{FF2B5EF4-FFF2-40B4-BE49-F238E27FC236}">
                <a16:creationId xmlns:a16="http://schemas.microsoft.com/office/drawing/2014/main" id="{E8638418-27CD-570D-8A0E-511CB447F4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8963" y="1844675"/>
            <a:ext cx="3475037" cy="501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4D3ECA62-F7CB-CCF2-FEE9-D9C53FB9DA8C}"/>
              </a:ext>
            </a:extLst>
          </p:cNvPr>
          <p:cNvSpPr>
            <a:spLocks noGrp="1" noChangeArrowheads="1"/>
          </p:cNvSpPr>
          <p:nvPr>
            <p:ph type="title"/>
          </p:nvPr>
        </p:nvSpPr>
        <p:spPr/>
        <p:txBody>
          <a:bodyPr/>
          <a:lstStyle/>
          <a:p>
            <a:pPr eaLnBrk="1" hangingPunct="1"/>
            <a:r>
              <a:rPr lang="en-US" altLang="es-ES"/>
              <a:t>Otros conceptos Linux: Comandos</a:t>
            </a:r>
          </a:p>
        </p:txBody>
      </p:sp>
      <p:sp>
        <p:nvSpPr>
          <p:cNvPr id="10243" name="Rectangle 3">
            <a:extLst>
              <a:ext uri="{FF2B5EF4-FFF2-40B4-BE49-F238E27FC236}">
                <a16:creationId xmlns:a16="http://schemas.microsoft.com/office/drawing/2014/main" id="{B22A3C45-C6EE-9A2A-BFEE-128D71631107}"/>
              </a:ext>
            </a:extLst>
          </p:cNvPr>
          <p:cNvSpPr>
            <a:spLocks noGrp="1" noChangeArrowheads="1"/>
          </p:cNvSpPr>
          <p:nvPr>
            <p:ph type="body" idx="1"/>
          </p:nvPr>
        </p:nvSpPr>
        <p:spPr/>
        <p:txBody>
          <a:bodyPr>
            <a:normAutofit/>
          </a:bodyPr>
          <a:lstStyle/>
          <a:p>
            <a:pPr eaLnBrk="1" hangingPunct="1"/>
            <a:r>
              <a:rPr lang="en-US" altLang="es-ES" sz="2800" dirty="0"/>
              <a:t>Los </a:t>
            </a:r>
            <a:r>
              <a:rPr lang="en-US" altLang="es-ES" sz="2800" dirty="0" err="1"/>
              <a:t>comandos</a:t>
            </a:r>
            <a:r>
              <a:rPr lang="en-US" altLang="es-ES" sz="2800" dirty="0"/>
              <a:t> se </a:t>
            </a:r>
            <a:r>
              <a:rPr lang="en-US" altLang="es-ES" sz="2800" dirty="0" err="1"/>
              <a:t>ejecutan</a:t>
            </a:r>
            <a:r>
              <a:rPr lang="en-US" altLang="es-ES" sz="2800" dirty="0"/>
              <a:t> </a:t>
            </a:r>
            <a:r>
              <a:rPr lang="en-US" altLang="es-ES" sz="2800" dirty="0" err="1"/>
              <a:t>teceando</a:t>
            </a:r>
            <a:r>
              <a:rPr lang="en-US" altLang="es-ES" sz="2800" dirty="0"/>
              <a:t> </a:t>
            </a:r>
            <a:r>
              <a:rPr lang="en-US" altLang="es-ES" sz="2800" dirty="0" err="1"/>
              <a:t>su</a:t>
            </a:r>
            <a:r>
              <a:rPr lang="en-US" altLang="es-ES" sz="2800" dirty="0"/>
              <a:t> </a:t>
            </a:r>
            <a:r>
              <a:rPr lang="en-US" altLang="es-ES" sz="2800" dirty="0" err="1"/>
              <a:t>nombre</a:t>
            </a:r>
            <a:r>
              <a:rPr lang="en-US" altLang="es-ES" sz="2800" dirty="0"/>
              <a:t> y la </a:t>
            </a:r>
            <a:r>
              <a:rPr lang="en-US" altLang="es-ES" sz="2800" dirty="0" err="1"/>
              <a:t>tecla</a:t>
            </a:r>
            <a:r>
              <a:rPr lang="en-US" altLang="es-ES" sz="2800" dirty="0"/>
              <a:t> </a:t>
            </a:r>
            <a:r>
              <a:rPr lang="en-US" altLang="es-ES" sz="2800" dirty="0">
                <a:latin typeface="Courier New" panose="02070309020205020404" pitchFamily="49" charset="0"/>
              </a:rPr>
              <a:t>enter</a:t>
            </a:r>
          </a:p>
          <a:p>
            <a:pPr eaLnBrk="1" hangingPunct="1"/>
            <a:r>
              <a:rPr lang="en-US" altLang="es-ES" sz="2800" dirty="0"/>
              <a:t>Los </a:t>
            </a:r>
            <a:r>
              <a:rPr lang="en-US" altLang="es-ES" sz="2800" dirty="0" err="1"/>
              <a:t>comandos</a:t>
            </a:r>
            <a:r>
              <a:rPr lang="en-US" altLang="es-ES" sz="2800" dirty="0"/>
              <a:t> </a:t>
            </a:r>
            <a:r>
              <a:rPr lang="en-US" altLang="es-ES" sz="2800" dirty="0" err="1"/>
              <a:t>aceptan</a:t>
            </a:r>
            <a:r>
              <a:rPr lang="en-US" altLang="es-ES" sz="2800" dirty="0"/>
              <a:t> </a:t>
            </a:r>
            <a:r>
              <a:rPr lang="en-US" altLang="es-ES" sz="2800" dirty="0" err="1"/>
              <a:t>opciones</a:t>
            </a:r>
            <a:r>
              <a:rPr lang="en-US" altLang="es-ES" sz="2800" dirty="0"/>
              <a:t> y </a:t>
            </a:r>
            <a:r>
              <a:rPr lang="en-US" altLang="es-ES" sz="2800" dirty="0" err="1"/>
              <a:t>argumentos</a:t>
            </a:r>
            <a:endParaRPr lang="en-US" altLang="es-ES" sz="2800" dirty="0"/>
          </a:p>
          <a:p>
            <a:pPr lvl="1" eaLnBrk="1" hangingPunct="1"/>
            <a:r>
              <a:rPr lang="en-US" altLang="es-ES" sz="2400" dirty="0" err="1"/>
              <a:t>Suelen</a:t>
            </a:r>
            <a:r>
              <a:rPr lang="en-US" altLang="es-ES" sz="2400" dirty="0"/>
              <a:t> </a:t>
            </a:r>
            <a:r>
              <a:rPr lang="en-US" altLang="es-ES" sz="2400" dirty="0" err="1"/>
              <a:t>tener</a:t>
            </a:r>
            <a:r>
              <a:rPr lang="en-US" altLang="es-ES" sz="2400" dirty="0"/>
              <a:t> las </a:t>
            </a:r>
            <a:r>
              <a:rPr lang="en-US" altLang="es-ES" sz="2400" dirty="0" err="1"/>
              <a:t>siguientes</a:t>
            </a:r>
            <a:r>
              <a:rPr lang="en-US" altLang="es-ES" sz="2400" dirty="0"/>
              <a:t> </a:t>
            </a:r>
            <a:r>
              <a:rPr lang="en-US" altLang="es-ES" sz="2400" dirty="0" err="1"/>
              <a:t>formas</a:t>
            </a:r>
            <a:r>
              <a:rPr lang="en-US" altLang="es-ES" sz="2400" dirty="0"/>
              <a:t>:</a:t>
            </a:r>
          </a:p>
          <a:p>
            <a:pPr lvl="1" eaLnBrk="1" hangingPunct="1">
              <a:buFontTx/>
              <a:buNone/>
            </a:pPr>
            <a:r>
              <a:rPr lang="en-US" altLang="es-ES" sz="2400" dirty="0">
                <a:latin typeface="Courier New" panose="02070309020205020404" pitchFamily="49" charset="0"/>
              </a:rPr>
              <a:t>$ </a:t>
            </a:r>
            <a:r>
              <a:rPr lang="en-US" altLang="es-ES" sz="2400" dirty="0" err="1">
                <a:solidFill>
                  <a:schemeClr val="tx2"/>
                </a:solidFill>
                <a:latin typeface="Courier New" panose="02070309020205020404" pitchFamily="49" charset="0"/>
              </a:rPr>
              <a:t>comando</a:t>
            </a:r>
            <a:r>
              <a:rPr lang="en-US" altLang="es-ES" sz="2400" dirty="0">
                <a:solidFill>
                  <a:schemeClr val="tx2"/>
                </a:solidFill>
                <a:latin typeface="Courier New" panose="02070309020205020404" pitchFamily="49" charset="0"/>
              </a:rPr>
              <a:t> --</a:t>
            </a:r>
            <a:r>
              <a:rPr lang="en-US" altLang="es-ES" sz="2400" dirty="0" err="1">
                <a:solidFill>
                  <a:schemeClr val="tx2"/>
                </a:solidFill>
                <a:latin typeface="Courier New" panose="02070309020205020404" pitchFamily="49" charset="0"/>
              </a:rPr>
              <a:t>opcion</a:t>
            </a:r>
            <a:endParaRPr lang="en-US" altLang="es-ES" sz="2400" dirty="0">
              <a:solidFill>
                <a:schemeClr val="tx2"/>
              </a:solidFill>
              <a:latin typeface="Courier New" panose="02070309020205020404" pitchFamily="49" charset="0"/>
            </a:endParaRPr>
          </a:p>
          <a:p>
            <a:pPr lvl="1" eaLnBrk="1" hangingPunct="1">
              <a:buFontTx/>
              <a:buNone/>
            </a:pPr>
            <a:r>
              <a:rPr lang="en-US" altLang="es-ES" sz="2400" dirty="0">
                <a:latin typeface="Courier New" panose="02070309020205020404" pitchFamily="49" charset="0"/>
              </a:rPr>
              <a:t>$ </a:t>
            </a:r>
            <a:r>
              <a:rPr lang="en-US" altLang="es-ES" sz="2400" dirty="0" err="1">
                <a:solidFill>
                  <a:schemeClr val="tx2"/>
                </a:solidFill>
                <a:latin typeface="Courier New" panose="02070309020205020404" pitchFamily="49" charset="0"/>
              </a:rPr>
              <a:t>comando</a:t>
            </a:r>
            <a:r>
              <a:rPr lang="en-US" altLang="es-ES" sz="2400" dirty="0">
                <a:solidFill>
                  <a:schemeClr val="tx2"/>
                </a:solidFill>
                <a:latin typeface="Courier New" panose="02070309020205020404" pitchFamily="49" charset="0"/>
              </a:rPr>
              <a:t> –o</a:t>
            </a:r>
          </a:p>
          <a:p>
            <a:pPr lvl="1" eaLnBrk="1" hangingPunct="1">
              <a:buFontTx/>
              <a:buNone/>
            </a:pPr>
            <a:r>
              <a:rPr lang="en-US" altLang="es-ES" sz="2400" dirty="0">
                <a:latin typeface="Courier New" panose="02070309020205020404" pitchFamily="49" charset="0"/>
              </a:rPr>
              <a:t>$ </a:t>
            </a:r>
            <a:r>
              <a:rPr lang="en-US" altLang="es-ES" sz="2400" dirty="0" err="1">
                <a:solidFill>
                  <a:schemeClr val="tx2"/>
                </a:solidFill>
                <a:latin typeface="Courier New" panose="02070309020205020404" pitchFamily="49" charset="0"/>
              </a:rPr>
              <a:t>comando</a:t>
            </a:r>
            <a:r>
              <a:rPr lang="en-US" altLang="es-ES" sz="2400" dirty="0">
                <a:solidFill>
                  <a:schemeClr val="tx2"/>
                </a:solidFill>
                <a:latin typeface="Courier New" panose="02070309020205020404" pitchFamily="49" charset="0"/>
              </a:rPr>
              <a:t> --</a:t>
            </a:r>
            <a:r>
              <a:rPr lang="en-US" altLang="es-ES" sz="2400" dirty="0" err="1">
                <a:solidFill>
                  <a:schemeClr val="tx2"/>
                </a:solidFill>
                <a:latin typeface="Courier New" panose="02070309020205020404" pitchFamily="49" charset="0"/>
              </a:rPr>
              <a:t>opcion</a:t>
            </a:r>
            <a:r>
              <a:rPr lang="en-US" altLang="es-ES" sz="2400" dirty="0">
                <a:solidFill>
                  <a:schemeClr val="tx2"/>
                </a:solidFill>
                <a:latin typeface="Courier New" panose="02070309020205020404" pitchFamily="49" charset="0"/>
              </a:rPr>
              <a:t>=</a:t>
            </a:r>
            <a:r>
              <a:rPr lang="en-US" altLang="es-ES" sz="2400" dirty="0" err="1">
                <a:solidFill>
                  <a:schemeClr val="tx2"/>
                </a:solidFill>
                <a:latin typeface="Courier New" panose="02070309020205020404" pitchFamily="49" charset="0"/>
              </a:rPr>
              <a:t>bla</a:t>
            </a:r>
            <a:endParaRPr lang="en-US" altLang="es-ES" sz="2400" dirty="0">
              <a:solidFill>
                <a:schemeClr val="tx2"/>
              </a:solidFill>
              <a:latin typeface="Courier New" panose="02070309020205020404" pitchFamily="49" charset="0"/>
            </a:endParaRPr>
          </a:p>
          <a:p>
            <a:pPr lvl="1" eaLnBrk="1" hangingPunct="1">
              <a:buFontTx/>
              <a:buNone/>
            </a:pPr>
            <a:r>
              <a:rPr lang="en-US" altLang="es-ES" sz="2400" dirty="0">
                <a:latin typeface="Courier New" panose="02070309020205020404" pitchFamily="49" charset="0"/>
              </a:rPr>
              <a:t>$ </a:t>
            </a:r>
            <a:r>
              <a:rPr lang="en-US" altLang="es-ES" sz="2400" dirty="0" err="1">
                <a:solidFill>
                  <a:schemeClr val="tx2"/>
                </a:solidFill>
                <a:latin typeface="Courier New" panose="02070309020205020404" pitchFamily="49" charset="0"/>
              </a:rPr>
              <a:t>comando</a:t>
            </a:r>
            <a:r>
              <a:rPr lang="en-US" altLang="es-ES" sz="2400" dirty="0">
                <a:solidFill>
                  <a:schemeClr val="tx2"/>
                </a:solidFill>
                <a:latin typeface="Courier New" panose="02070309020205020404" pitchFamily="49" charset="0"/>
              </a:rPr>
              <a:t> –o </a:t>
            </a:r>
            <a:r>
              <a:rPr lang="en-US" altLang="es-ES" sz="2400" dirty="0" err="1">
                <a:solidFill>
                  <a:schemeClr val="tx2"/>
                </a:solidFill>
                <a:latin typeface="Courier New" panose="02070309020205020404" pitchFamily="49" charset="0"/>
              </a:rPr>
              <a:t>bla</a:t>
            </a:r>
            <a:endParaRPr lang="en-US" altLang="es-ES" sz="2400" dirty="0">
              <a:solidFill>
                <a:schemeClr val="tx2"/>
              </a:solidFill>
              <a:latin typeface="Courier New" panose="02070309020205020404" pitchFamily="49"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98CC79EF-6C3B-F9FA-3C8E-B92BB123888D}"/>
              </a:ext>
            </a:extLst>
          </p:cNvPr>
          <p:cNvSpPr>
            <a:spLocks noGrp="1" noChangeArrowheads="1"/>
          </p:cNvSpPr>
          <p:nvPr>
            <p:ph type="title"/>
          </p:nvPr>
        </p:nvSpPr>
        <p:spPr/>
        <p:txBody>
          <a:bodyPr/>
          <a:lstStyle/>
          <a:p>
            <a:pPr eaLnBrk="1" hangingPunct="1"/>
            <a:r>
              <a:rPr lang="en-US" altLang="es-ES"/>
              <a:t>Directorios en Linux</a:t>
            </a:r>
          </a:p>
        </p:txBody>
      </p:sp>
      <p:sp>
        <p:nvSpPr>
          <p:cNvPr id="11267" name="Rectangle 3">
            <a:extLst>
              <a:ext uri="{FF2B5EF4-FFF2-40B4-BE49-F238E27FC236}">
                <a16:creationId xmlns:a16="http://schemas.microsoft.com/office/drawing/2014/main" id="{2B23D626-0034-0B34-8B8C-174C12FBE0BD}"/>
              </a:ext>
            </a:extLst>
          </p:cNvPr>
          <p:cNvSpPr>
            <a:spLocks noGrp="1" noChangeArrowheads="1"/>
          </p:cNvSpPr>
          <p:nvPr>
            <p:ph type="body" idx="1"/>
          </p:nvPr>
        </p:nvSpPr>
        <p:spPr>
          <a:xfrm>
            <a:off x="892175" y="1901825"/>
            <a:ext cx="8001000" cy="4840288"/>
          </a:xfrm>
        </p:spPr>
        <p:txBody>
          <a:bodyPr/>
          <a:lstStyle/>
          <a:p>
            <a:pPr eaLnBrk="1" hangingPunct="1"/>
            <a:r>
              <a:rPr lang="en-US" altLang="es-ES"/>
              <a:t>Crear un directorio:</a:t>
            </a:r>
            <a:br>
              <a:rPr lang="en-US" altLang="es-ES"/>
            </a:br>
            <a:r>
              <a:rPr lang="en-US" altLang="es-ES">
                <a:latin typeface="Courier New" panose="02070309020205020404" pitchFamily="49" charset="0"/>
              </a:rPr>
              <a:t>$ </a:t>
            </a:r>
            <a:r>
              <a:rPr lang="en-US" altLang="es-ES" b="1">
                <a:solidFill>
                  <a:schemeClr val="tx2"/>
                </a:solidFill>
                <a:latin typeface="Courier New" panose="02070309020205020404" pitchFamily="49" charset="0"/>
              </a:rPr>
              <a:t>mkdir</a:t>
            </a:r>
            <a:r>
              <a:rPr lang="en-US" altLang="es-ES">
                <a:solidFill>
                  <a:schemeClr val="tx2"/>
                </a:solidFill>
                <a:latin typeface="Courier New" panose="02070309020205020404" pitchFamily="49" charset="0"/>
              </a:rPr>
              <a:t> </a:t>
            </a:r>
            <a:r>
              <a:rPr lang="en-US" altLang="es-ES" i="1">
                <a:solidFill>
                  <a:schemeClr val="tx2"/>
                </a:solidFill>
                <a:latin typeface="Courier New" panose="02070309020205020404" pitchFamily="49" charset="0"/>
              </a:rPr>
              <a:t>nombredir</a:t>
            </a:r>
          </a:p>
          <a:p>
            <a:pPr eaLnBrk="1" hangingPunct="1"/>
            <a:r>
              <a:rPr lang="en-US" altLang="es-ES"/>
              <a:t>Borrar un directorio (vacio):</a:t>
            </a:r>
            <a:br>
              <a:rPr lang="en-US" altLang="es-ES"/>
            </a:br>
            <a:r>
              <a:rPr lang="en-US" altLang="es-ES">
                <a:latin typeface="Courier New" panose="02070309020205020404" pitchFamily="49" charset="0"/>
              </a:rPr>
              <a:t>$ </a:t>
            </a:r>
            <a:r>
              <a:rPr lang="en-US" altLang="es-ES" b="1">
                <a:solidFill>
                  <a:schemeClr val="tx2"/>
                </a:solidFill>
                <a:latin typeface="Courier New" panose="02070309020205020404" pitchFamily="49" charset="0"/>
              </a:rPr>
              <a:t>rmdir</a:t>
            </a:r>
            <a:r>
              <a:rPr lang="en-US" altLang="es-ES">
                <a:solidFill>
                  <a:schemeClr val="tx2"/>
                </a:solidFill>
                <a:latin typeface="Courier New" panose="02070309020205020404" pitchFamily="49" charset="0"/>
              </a:rPr>
              <a:t> </a:t>
            </a:r>
            <a:r>
              <a:rPr lang="en-US" altLang="es-ES" i="1">
                <a:solidFill>
                  <a:schemeClr val="tx2"/>
                </a:solidFill>
                <a:latin typeface="Courier New" panose="02070309020205020404" pitchFamily="49" charset="0"/>
              </a:rPr>
              <a:t>nombredir</a:t>
            </a:r>
          </a:p>
          <a:p>
            <a:pPr eaLnBrk="1" hangingPunct="1"/>
            <a:r>
              <a:rPr lang="en-US" altLang="es-ES"/>
              <a:t>Moverse a un directorio:</a:t>
            </a:r>
            <a:br>
              <a:rPr lang="en-US" altLang="es-ES"/>
            </a:br>
            <a:r>
              <a:rPr lang="en-US" altLang="es-ES">
                <a:latin typeface="Courier New" panose="02070309020205020404" pitchFamily="49" charset="0"/>
              </a:rPr>
              <a:t>$ </a:t>
            </a:r>
            <a:r>
              <a:rPr lang="en-US" altLang="es-ES" b="1">
                <a:solidFill>
                  <a:schemeClr val="tx2"/>
                </a:solidFill>
                <a:latin typeface="Courier New" panose="02070309020205020404" pitchFamily="49" charset="0"/>
              </a:rPr>
              <a:t>cd </a:t>
            </a:r>
            <a:r>
              <a:rPr lang="en-US" altLang="es-ES" i="1">
                <a:solidFill>
                  <a:schemeClr val="tx2"/>
                </a:solidFill>
                <a:latin typeface="Courier New" panose="02070309020205020404" pitchFamily="49" charset="0"/>
              </a:rPr>
              <a:t>nombredir</a:t>
            </a:r>
          </a:p>
          <a:p>
            <a:pPr eaLnBrk="1" hangingPunct="1"/>
            <a:r>
              <a:rPr lang="en-US" altLang="es-ES"/>
              <a:t>Averiguar cual es el directorio actual:</a:t>
            </a:r>
            <a:br>
              <a:rPr lang="en-US" altLang="es-ES"/>
            </a:br>
            <a:r>
              <a:rPr lang="en-US" altLang="es-ES">
                <a:latin typeface="Courier New" panose="02070309020205020404" pitchFamily="49" charset="0"/>
              </a:rPr>
              <a:t>$ </a:t>
            </a:r>
            <a:r>
              <a:rPr lang="en-US" altLang="es-ES" b="1">
                <a:solidFill>
                  <a:schemeClr val="tx2"/>
                </a:solidFill>
                <a:latin typeface="Courier New" panose="02070309020205020404" pitchFamily="49" charset="0"/>
              </a:rPr>
              <a:t>pwd</a:t>
            </a:r>
          </a:p>
        </p:txBody>
      </p:sp>
      <p:sp>
        <p:nvSpPr>
          <p:cNvPr id="11268" name="Text Box 4">
            <a:extLst>
              <a:ext uri="{FF2B5EF4-FFF2-40B4-BE49-F238E27FC236}">
                <a16:creationId xmlns:a16="http://schemas.microsoft.com/office/drawing/2014/main" id="{E467EEC0-5691-B0A5-C245-67E2790B0250}"/>
              </a:ext>
            </a:extLst>
          </p:cNvPr>
          <p:cNvSpPr txBox="1">
            <a:spLocks noChangeArrowheads="1"/>
          </p:cNvSpPr>
          <p:nvPr/>
        </p:nvSpPr>
        <p:spPr bwMode="auto">
          <a:xfrm>
            <a:off x="5724525" y="2060575"/>
            <a:ext cx="2952750" cy="495300"/>
          </a:xfrm>
          <a:prstGeom prst="rect">
            <a:avLst/>
          </a:prstGeom>
          <a:solidFill>
            <a:schemeClr val="accent1"/>
          </a:solidFill>
          <a:ln w="38100">
            <a:solidFill>
              <a:schemeClr val="tx1"/>
            </a:solidFill>
            <a:miter lim="800000"/>
            <a:headEn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s-ES" sz="2400" b="1">
                <a:latin typeface="Times New Roman" panose="02020603050405020304" pitchFamily="18" charset="0"/>
              </a:rPr>
              <a:t>Directorio = Carpeta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B36586C2-7592-4C21-2AE7-D7753E2F9A55}"/>
              </a:ext>
            </a:extLst>
          </p:cNvPr>
          <p:cNvSpPr>
            <a:spLocks noGrp="1" noChangeArrowheads="1"/>
          </p:cNvSpPr>
          <p:nvPr>
            <p:ph type="title"/>
          </p:nvPr>
        </p:nvSpPr>
        <p:spPr>
          <a:xfrm>
            <a:off x="274087" y="46037"/>
            <a:ext cx="7886700" cy="1325563"/>
          </a:xfrm>
        </p:spPr>
        <p:txBody>
          <a:bodyPr/>
          <a:lstStyle/>
          <a:p>
            <a:pPr eaLnBrk="1" hangingPunct="1"/>
            <a:r>
              <a:rPr lang="en-US" altLang="es-ES" dirty="0" err="1"/>
              <a:t>Ficheros</a:t>
            </a:r>
            <a:r>
              <a:rPr lang="en-US" altLang="es-ES" dirty="0"/>
              <a:t> </a:t>
            </a:r>
            <a:r>
              <a:rPr lang="en-US" altLang="es-ES" dirty="0" err="1"/>
              <a:t>en</a:t>
            </a:r>
            <a:r>
              <a:rPr lang="en-US" altLang="es-ES" dirty="0"/>
              <a:t> Linux</a:t>
            </a:r>
          </a:p>
        </p:txBody>
      </p:sp>
      <p:sp>
        <p:nvSpPr>
          <p:cNvPr id="12291" name="Rectangle 3">
            <a:extLst>
              <a:ext uri="{FF2B5EF4-FFF2-40B4-BE49-F238E27FC236}">
                <a16:creationId xmlns:a16="http://schemas.microsoft.com/office/drawing/2014/main" id="{3A579086-ECD0-8C07-7366-63CA90A021B8}"/>
              </a:ext>
            </a:extLst>
          </p:cNvPr>
          <p:cNvSpPr>
            <a:spLocks noGrp="1" noChangeArrowheads="1"/>
          </p:cNvSpPr>
          <p:nvPr>
            <p:ph type="body" idx="1"/>
          </p:nvPr>
        </p:nvSpPr>
        <p:spPr>
          <a:xfrm>
            <a:off x="355600" y="1371600"/>
            <a:ext cx="8159750" cy="4972050"/>
          </a:xfrm>
          <a:noFill/>
        </p:spPr>
        <p:txBody>
          <a:bodyPr>
            <a:spAutoFit/>
          </a:bodyPr>
          <a:lstStyle/>
          <a:p>
            <a:pPr eaLnBrk="1" hangingPunct="1">
              <a:lnSpc>
                <a:spcPct val="80000"/>
              </a:lnSpc>
            </a:pPr>
            <a:r>
              <a:rPr lang="en-US" altLang="es-ES" sz="2000"/>
              <a:t>Obtener la lista de los ficheros en el directorio actual: </a:t>
            </a:r>
            <a:br>
              <a:rPr lang="en-US" altLang="es-ES" sz="2000"/>
            </a:br>
            <a:r>
              <a:rPr lang="en-US" altLang="es-ES" sz="2000">
                <a:latin typeface="Courier New" panose="02070309020205020404" pitchFamily="49" charset="0"/>
              </a:rPr>
              <a:t>$ </a:t>
            </a:r>
            <a:r>
              <a:rPr lang="en-US" altLang="es-ES" sz="2000" b="1">
                <a:solidFill>
                  <a:schemeClr val="tx2"/>
                </a:solidFill>
                <a:latin typeface="Courier New" panose="02070309020205020404" pitchFamily="49" charset="0"/>
              </a:rPr>
              <a:t>ls</a:t>
            </a:r>
            <a:r>
              <a:rPr lang="en-US" altLang="es-ES" sz="2000">
                <a:solidFill>
                  <a:schemeClr val="tx2"/>
                </a:solidFill>
                <a:latin typeface="Courier New" panose="02070309020205020404" pitchFamily="49" charset="0"/>
              </a:rPr>
              <a:t> [</a:t>
            </a:r>
            <a:r>
              <a:rPr lang="en-US" altLang="es-ES" sz="2000" i="1">
                <a:solidFill>
                  <a:schemeClr val="tx2"/>
                </a:solidFill>
                <a:latin typeface="Courier New" panose="02070309020205020404" pitchFamily="49" charset="0"/>
              </a:rPr>
              <a:t>directorio|fichero</a:t>
            </a:r>
            <a:r>
              <a:rPr lang="en-US" altLang="es-ES" sz="2000">
                <a:solidFill>
                  <a:schemeClr val="tx2"/>
                </a:solidFill>
                <a:latin typeface="Courier New" panose="02070309020205020404" pitchFamily="49" charset="0"/>
              </a:rPr>
              <a:t>]</a:t>
            </a:r>
            <a:endParaRPr lang="en-US" altLang="es-ES" sz="2000"/>
          </a:p>
          <a:p>
            <a:pPr lvl="1" eaLnBrk="1" hangingPunct="1">
              <a:lnSpc>
                <a:spcPct val="80000"/>
              </a:lnSpc>
            </a:pPr>
            <a:r>
              <a:rPr lang="en-US" altLang="es-ES" sz="1800">
                <a:latin typeface="Courier New" panose="02070309020205020404" pitchFamily="49" charset="0"/>
              </a:rPr>
              <a:t>Opciones:</a:t>
            </a:r>
            <a:br>
              <a:rPr lang="en-US" altLang="es-ES" sz="1800">
                <a:latin typeface="Courier New" panose="02070309020205020404" pitchFamily="49" charset="0"/>
              </a:rPr>
            </a:br>
            <a:r>
              <a:rPr lang="en-US" altLang="es-ES" sz="1800">
                <a:latin typeface="Courier New" panose="02070309020205020404" pitchFamily="49" charset="0"/>
              </a:rPr>
              <a:t>$ </a:t>
            </a:r>
            <a:r>
              <a:rPr lang="en-US" altLang="es-ES" sz="1800">
                <a:solidFill>
                  <a:schemeClr val="tx2"/>
                </a:solidFill>
                <a:latin typeface="Courier New" panose="02070309020205020404" pitchFamily="49" charset="0"/>
              </a:rPr>
              <a:t>ls -l</a:t>
            </a:r>
            <a:r>
              <a:rPr lang="en-US" altLang="es-ES" sz="1800"/>
              <a:t>: Con detalles</a:t>
            </a:r>
            <a:br>
              <a:rPr lang="en-US" altLang="es-ES" sz="1800"/>
            </a:br>
            <a:r>
              <a:rPr lang="en-US" altLang="es-ES" sz="1800">
                <a:latin typeface="Courier New" panose="02070309020205020404" pitchFamily="49" charset="0"/>
              </a:rPr>
              <a:t>$ </a:t>
            </a:r>
            <a:r>
              <a:rPr lang="en-US" altLang="es-ES" sz="1800">
                <a:solidFill>
                  <a:schemeClr val="tx2"/>
                </a:solidFill>
                <a:latin typeface="Courier New" panose="02070309020205020404" pitchFamily="49" charset="0"/>
              </a:rPr>
              <a:t>ls -a</a:t>
            </a:r>
            <a:r>
              <a:rPr lang="en-US" altLang="es-ES" sz="1800"/>
              <a:t>: Todos (incluidos ocultos)</a:t>
            </a:r>
            <a:br>
              <a:rPr lang="en-US" altLang="es-ES" sz="1800"/>
            </a:br>
            <a:r>
              <a:rPr lang="en-US" altLang="es-ES" sz="1800">
                <a:latin typeface="Courier New" panose="02070309020205020404" pitchFamily="49" charset="0"/>
              </a:rPr>
              <a:t>$ </a:t>
            </a:r>
            <a:r>
              <a:rPr lang="en-US" altLang="es-ES" sz="1800">
                <a:solidFill>
                  <a:schemeClr val="tx2"/>
                </a:solidFill>
                <a:latin typeface="Courier New" panose="02070309020205020404" pitchFamily="49" charset="0"/>
              </a:rPr>
              <a:t>ls -t</a:t>
            </a:r>
            <a:r>
              <a:rPr lang="en-US" altLang="es-ES" sz="1800"/>
              <a:t>: Ordenar por fecha de modificación</a:t>
            </a:r>
            <a:br>
              <a:rPr lang="en-US" altLang="es-ES" sz="1800"/>
            </a:br>
            <a:r>
              <a:rPr lang="en-US" altLang="es-ES" sz="1800">
                <a:latin typeface="Courier New" panose="02070309020205020404" pitchFamily="49" charset="0"/>
              </a:rPr>
              <a:t>$ </a:t>
            </a:r>
            <a:r>
              <a:rPr lang="en-US" altLang="es-ES" sz="1800">
                <a:solidFill>
                  <a:schemeClr val="tx2"/>
                </a:solidFill>
                <a:latin typeface="Courier New" panose="02070309020205020404" pitchFamily="49" charset="0"/>
              </a:rPr>
              <a:t>ls –r</a:t>
            </a:r>
            <a:r>
              <a:rPr lang="en-US" altLang="es-ES" sz="1800"/>
              <a:t>: Ordenación inversa</a:t>
            </a:r>
          </a:p>
          <a:p>
            <a:pPr lvl="1" eaLnBrk="1" hangingPunct="1">
              <a:lnSpc>
                <a:spcPct val="80000"/>
              </a:lnSpc>
            </a:pPr>
            <a:r>
              <a:rPr lang="en-US" altLang="es-ES" sz="1800"/>
              <a:t>Se pueden combinar las opciones. Ej:</a:t>
            </a:r>
            <a:br>
              <a:rPr lang="en-US" altLang="es-ES" sz="1800"/>
            </a:br>
            <a:r>
              <a:rPr lang="en-US" altLang="es-ES" sz="1800">
                <a:latin typeface="Courier New" panose="02070309020205020404" pitchFamily="49" charset="0"/>
              </a:rPr>
              <a:t>$ </a:t>
            </a:r>
            <a:r>
              <a:rPr lang="en-US" altLang="es-ES" sz="1800">
                <a:solidFill>
                  <a:schemeClr val="tx2"/>
                </a:solidFill>
                <a:latin typeface="Courier New" panose="02070309020205020404" pitchFamily="49" charset="0"/>
              </a:rPr>
              <a:t>ls -lrt</a:t>
            </a:r>
            <a:endParaRPr lang="en-US" altLang="es-ES" sz="1800">
              <a:solidFill>
                <a:schemeClr val="tx2"/>
              </a:solidFill>
            </a:endParaRPr>
          </a:p>
          <a:p>
            <a:pPr eaLnBrk="1" hangingPunct="1">
              <a:lnSpc>
                <a:spcPct val="80000"/>
              </a:lnSpc>
            </a:pPr>
            <a:r>
              <a:rPr lang="en-US" altLang="es-ES" sz="2000"/>
              <a:t>Borrar un fichero:</a:t>
            </a:r>
            <a:br>
              <a:rPr lang="en-US" altLang="es-ES" sz="2000"/>
            </a:br>
            <a:r>
              <a:rPr lang="en-US" altLang="es-ES" sz="2000">
                <a:latin typeface="Courier New" panose="02070309020205020404" pitchFamily="49" charset="0"/>
              </a:rPr>
              <a:t>$ </a:t>
            </a:r>
            <a:r>
              <a:rPr lang="en-US" altLang="es-ES" sz="2000" b="1">
                <a:solidFill>
                  <a:schemeClr val="tx2"/>
                </a:solidFill>
                <a:latin typeface="Courier New" panose="02070309020205020404" pitchFamily="49" charset="0"/>
              </a:rPr>
              <a:t>rm</a:t>
            </a:r>
            <a:r>
              <a:rPr lang="en-US" altLang="es-ES" sz="2000">
                <a:solidFill>
                  <a:schemeClr val="tx2"/>
                </a:solidFill>
                <a:latin typeface="Courier New" panose="02070309020205020404" pitchFamily="49" charset="0"/>
              </a:rPr>
              <a:t> </a:t>
            </a:r>
            <a:r>
              <a:rPr lang="en-US" altLang="es-ES" sz="2000" i="1">
                <a:solidFill>
                  <a:schemeClr val="tx2"/>
                </a:solidFill>
                <a:latin typeface="Courier New" panose="02070309020205020404" pitchFamily="49" charset="0"/>
              </a:rPr>
              <a:t>fichero</a:t>
            </a:r>
          </a:p>
          <a:p>
            <a:pPr eaLnBrk="1" hangingPunct="1">
              <a:lnSpc>
                <a:spcPct val="80000"/>
              </a:lnSpc>
            </a:pPr>
            <a:r>
              <a:rPr lang="en-US" altLang="es-ES" sz="2000"/>
              <a:t>Renombrar un fichero:</a:t>
            </a:r>
            <a:br>
              <a:rPr lang="en-US" altLang="es-ES" sz="2000"/>
            </a:br>
            <a:r>
              <a:rPr lang="en-US" altLang="es-ES" sz="2000">
                <a:latin typeface="Courier New" panose="02070309020205020404" pitchFamily="49" charset="0"/>
              </a:rPr>
              <a:t>$ </a:t>
            </a:r>
            <a:r>
              <a:rPr lang="en-US" altLang="es-ES" sz="2000" b="1">
                <a:solidFill>
                  <a:schemeClr val="tx2"/>
                </a:solidFill>
              </a:rPr>
              <a:t>mv </a:t>
            </a:r>
            <a:r>
              <a:rPr lang="en-US" altLang="es-ES" sz="2000" i="1">
                <a:solidFill>
                  <a:schemeClr val="tx2"/>
                </a:solidFill>
              </a:rPr>
              <a:t>ficheroorig ficherofinal</a:t>
            </a:r>
          </a:p>
          <a:p>
            <a:pPr eaLnBrk="1" hangingPunct="1">
              <a:lnSpc>
                <a:spcPct val="80000"/>
              </a:lnSpc>
            </a:pPr>
            <a:r>
              <a:rPr lang="en-US" altLang="es-ES" sz="2000"/>
              <a:t>Cambiar de sitio un fichero:</a:t>
            </a:r>
            <a:br>
              <a:rPr lang="en-US" altLang="es-ES" sz="2000"/>
            </a:br>
            <a:r>
              <a:rPr lang="en-US" altLang="es-ES" sz="2000">
                <a:latin typeface="Courier New" panose="02070309020205020404" pitchFamily="49" charset="0"/>
              </a:rPr>
              <a:t>$ </a:t>
            </a:r>
            <a:r>
              <a:rPr lang="en-US" altLang="es-ES" sz="2000" b="1">
                <a:solidFill>
                  <a:schemeClr val="tx2"/>
                </a:solidFill>
              </a:rPr>
              <a:t>mv </a:t>
            </a:r>
            <a:r>
              <a:rPr lang="en-US" altLang="es-ES" sz="2000" i="1">
                <a:solidFill>
                  <a:schemeClr val="tx2"/>
                </a:solidFill>
              </a:rPr>
              <a:t>ficheroorig path/ficherofinal</a:t>
            </a:r>
          </a:p>
          <a:p>
            <a:pPr eaLnBrk="1" hangingPunct="1">
              <a:lnSpc>
                <a:spcPct val="80000"/>
              </a:lnSpc>
            </a:pPr>
            <a:r>
              <a:rPr lang="en-US" altLang="es-ES" sz="2000">
                <a:sym typeface="Wingdings" panose="05000000000000000000" pitchFamily="2" charset="2"/>
              </a:rPr>
              <a:t>Copiar un fichero:</a:t>
            </a:r>
            <a:br>
              <a:rPr lang="en-US" altLang="es-ES" sz="2000">
                <a:sym typeface="Wingdings" panose="05000000000000000000" pitchFamily="2" charset="2"/>
              </a:rPr>
            </a:br>
            <a:r>
              <a:rPr lang="en-US" altLang="es-ES" sz="2000">
                <a:latin typeface="Courier New" panose="02070309020205020404" pitchFamily="49" charset="0"/>
              </a:rPr>
              <a:t>$ </a:t>
            </a:r>
            <a:r>
              <a:rPr lang="en-US" altLang="es-ES" sz="2000" b="1">
                <a:solidFill>
                  <a:schemeClr val="tx2"/>
                </a:solidFill>
                <a:sym typeface="Wingdings" panose="05000000000000000000" pitchFamily="2" charset="2"/>
              </a:rPr>
              <a:t>cp</a:t>
            </a:r>
            <a:r>
              <a:rPr lang="en-US" altLang="es-ES" sz="2000" i="1">
                <a:solidFill>
                  <a:schemeClr val="tx2"/>
                </a:solidFill>
                <a:sym typeface="Wingdings" panose="05000000000000000000" pitchFamily="2" charset="2"/>
              </a:rPr>
              <a:t> dirorigen/ficheroorig dirfinal/ficherofinal</a:t>
            </a:r>
          </a:p>
          <a:p>
            <a:pPr eaLnBrk="1" hangingPunct="1">
              <a:lnSpc>
                <a:spcPct val="80000"/>
              </a:lnSpc>
            </a:pPr>
            <a:r>
              <a:rPr lang="en-US" altLang="es-ES" sz="2000">
                <a:sym typeface="Wingdings" panose="05000000000000000000" pitchFamily="2" charset="2"/>
              </a:rPr>
              <a:t>Copiar un directorio:</a:t>
            </a:r>
            <a:br>
              <a:rPr lang="en-US" altLang="es-ES" sz="2000" i="1">
                <a:solidFill>
                  <a:schemeClr val="tx2"/>
                </a:solidFill>
                <a:sym typeface="Wingdings" panose="05000000000000000000" pitchFamily="2" charset="2"/>
              </a:rPr>
            </a:br>
            <a:r>
              <a:rPr lang="en-US" altLang="es-ES" sz="2000">
                <a:latin typeface="Courier New" panose="02070309020205020404" pitchFamily="49" charset="0"/>
              </a:rPr>
              <a:t>$ </a:t>
            </a:r>
            <a:r>
              <a:rPr lang="en-US" altLang="es-ES" sz="2000" b="1">
                <a:solidFill>
                  <a:schemeClr val="tx2"/>
                </a:solidFill>
                <a:sym typeface="Wingdings" panose="05000000000000000000" pitchFamily="2" charset="2"/>
              </a:rPr>
              <a:t>cp –r </a:t>
            </a:r>
            <a:r>
              <a:rPr lang="en-US" altLang="es-ES" sz="2000" i="1">
                <a:solidFill>
                  <a:schemeClr val="tx2"/>
                </a:solidFill>
                <a:sym typeface="Wingdings" panose="05000000000000000000" pitchFamily="2" charset="2"/>
              </a:rPr>
              <a:t>dirorigen dirfinal</a:t>
            </a:r>
          </a:p>
        </p:txBody>
      </p:sp>
      <p:sp>
        <p:nvSpPr>
          <p:cNvPr id="12292" name="Text Box 4">
            <a:extLst>
              <a:ext uri="{FF2B5EF4-FFF2-40B4-BE49-F238E27FC236}">
                <a16:creationId xmlns:a16="http://schemas.microsoft.com/office/drawing/2014/main" id="{F488A5E0-0996-3E44-8452-2992EF8BA919}"/>
              </a:ext>
            </a:extLst>
          </p:cNvPr>
          <p:cNvSpPr txBox="1">
            <a:spLocks noChangeArrowheads="1"/>
          </p:cNvSpPr>
          <p:nvPr/>
        </p:nvSpPr>
        <p:spPr bwMode="auto">
          <a:xfrm>
            <a:off x="6011863" y="227015"/>
            <a:ext cx="2952750" cy="860425"/>
          </a:xfrm>
          <a:prstGeom prst="rect">
            <a:avLst/>
          </a:prstGeom>
          <a:solidFill>
            <a:schemeClr val="accent1"/>
          </a:solidFill>
          <a:ln w="38100">
            <a:solidFill>
              <a:schemeClr val="tx1"/>
            </a:solidFill>
            <a:miter lim="800000"/>
            <a:headEn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s-ES" sz="2400" b="1" dirty="0" err="1">
                <a:latin typeface="Times New Roman" panose="02020603050405020304" pitchFamily="18" charset="0"/>
              </a:rPr>
              <a:t>Ficheros</a:t>
            </a:r>
            <a:r>
              <a:rPr lang="en-US" altLang="es-ES" sz="2400" b="1" dirty="0">
                <a:latin typeface="Times New Roman" panose="02020603050405020304" pitchFamily="18" charset="0"/>
              </a:rPr>
              <a:t> = </a:t>
            </a:r>
            <a:r>
              <a:rPr lang="en-US" altLang="es-ES" sz="2400" b="1" dirty="0" err="1">
                <a:latin typeface="Times New Roman" panose="02020603050405020304" pitchFamily="18" charset="0"/>
              </a:rPr>
              <a:t>Archivos</a:t>
            </a:r>
            <a:r>
              <a:rPr lang="en-US" altLang="es-ES" sz="2400" b="1" dirty="0">
                <a:latin typeface="Times New Roman" panose="02020603050405020304" pitchFamily="18" charset="0"/>
              </a:rPr>
              <a:t> = </a:t>
            </a:r>
            <a:r>
              <a:rPr lang="en-US" altLang="es-ES" sz="2400" b="1" dirty="0" err="1">
                <a:latin typeface="Times New Roman" panose="02020603050405020304" pitchFamily="18" charset="0"/>
              </a:rPr>
              <a:t>Documentos</a:t>
            </a:r>
            <a:endParaRPr lang="en-US" altLang="es-ES" sz="2400" b="1" dirty="0">
              <a:latin typeface="Times New Roman" panose="02020603050405020304" pitchFamily="18" charset="0"/>
            </a:endParaRPr>
          </a:p>
        </p:txBody>
      </p:sp>
      <p:sp>
        <p:nvSpPr>
          <p:cNvPr id="12293" name="Text Box 5">
            <a:extLst>
              <a:ext uri="{FF2B5EF4-FFF2-40B4-BE49-F238E27FC236}">
                <a16:creationId xmlns:a16="http://schemas.microsoft.com/office/drawing/2014/main" id="{50F47081-6739-FB00-8F7A-BE50B976B95D}"/>
              </a:ext>
            </a:extLst>
          </p:cNvPr>
          <p:cNvSpPr txBox="1">
            <a:spLocks noChangeArrowheads="1"/>
          </p:cNvSpPr>
          <p:nvPr/>
        </p:nvSpPr>
        <p:spPr bwMode="auto">
          <a:xfrm>
            <a:off x="5915025" y="3933825"/>
            <a:ext cx="3049588" cy="1044575"/>
          </a:xfrm>
          <a:prstGeom prst="rect">
            <a:avLst/>
          </a:prstGeom>
          <a:solidFill>
            <a:srgbClr val="FFFFCC"/>
          </a:solidFill>
          <a:ln w="38100">
            <a:solidFill>
              <a:schemeClr val="tx1"/>
            </a:solidFill>
            <a:miter lim="800000"/>
            <a:headEn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s-ES" sz="2000">
                <a:latin typeface="Times New Roman" panose="02020603050405020304" pitchFamily="18" charset="0"/>
              </a:rPr>
              <a:t>Símbolos especiales:</a:t>
            </a:r>
            <a:br>
              <a:rPr lang="en-US" altLang="es-ES" sz="2000">
                <a:latin typeface="Times New Roman" panose="02020603050405020304" pitchFamily="18" charset="0"/>
              </a:rPr>
            </a:br>
            <a:r>
              <a:rPr lang="en-US" altLang="es-ES" sz="2000">
                <a:solidFill>
                  <a:schemeClr val="tx2"/>
                </a:solidFill>
                <a:latin typeface="Times New Roman" panose="02020603050405020304" pitchFamily="18" charset="0"/>
              </a:rPr>
              <a:t>?</a:t>
            </a:r>
            <a:r>
              <a:rPr lang="en-US" altLang="es-ES" sz="2000">
                <a:latin typeface="Times New Roman" panose="02020603050405020304" pitchFamily="18" charset="0"/>
              </a:rPr>
              <a:t> </a:t>
            </a:r>
            <a:r>
              <a:rPr lang="en-US" altLang="es-ES" sz="2000">
                <a:latin typeface="Times New Roman" panose="02020603050405020304" pitchFamily="18" charset="0"/>
                <a:sym typeface="Wingdings" panose="05000000000000000000" pitchFamily="2" charset="2"/>
              </a:rPr>
              <a:t> Un caracter</a:t>
            </a:r>
            <a:br>
              <a:rPr lang="en-US" altLang="es-ES" sz="2000">
                <a:latin typeface="Times New Roman" panose="02020603050405020304" pitchFamily="18" charset="0"/>
                <a:sym typeface="Wingdings" panose="05000000000000000000" pitchFamily="2" charset="2"/>
              </a:rPr>
            </a:br>
            <a:r>
              <a:rPr lang="en-US" altLang="es-ES" sz="2000">
                <a:solidFill>
                  <a:schemeClr val="tx2"/>
                </a:solidFill>
                <a:latin typeface="Times New Roman" panose="02020603050405020304" pitchFamily="18" charset="0"/>
                <a:sym typeface="Wingdings" panose="05000000000000000000" pitchFamily="2" charset="2"/>
              </a:rPr>
              <a:t>*</a:t>
            </a:r>
            <a:r>
              <a:rPr lang="en-US" altLang="es-ES" sz="2000">
                <a:latin typeface="Times New Roman" panose="02020603050405020304" pitchFamily="18" charset="0"/>
                <a:sym typeface="Wingdings" panose="05000000000000000000" pitchFamily="2" charset="2"/>
              </a:rPr>
              <a:t>  Conjunto de caracteres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70CF4685-DA06-32DB-7F04-2CD882A94BD6}"/>
              </a:ext>
            </a:extLst>
          </p:cNvPr>
          <p:cNvSpPr>
            <a:spLocks noGrp="1" noChangeArrowheads="1"/>
          </p:cNvSpPr>
          <p:nvPr>
            <p:ph type="title"/>
          </p:nvPr>
        </p:nvSpPr>
        <p:spPr>
          <a:xfrm>
            <a:off x="468492" y="115886"/>
            <a:ext cx="7886700" cy="344001"/>
          </a:xfrm>
        </p:spPr>
        <p:txBody>
          <a:bodyPr>
            <a:normAutofit fontScale="90000"/>
          </a:bodyPr>
          <a:lstStyle/>
          <a:p>
            <a:pPr eaLnBrk="1" hangingPunct="1"/>
            <a:r>
              <a:rPr lang="es-ES" altLang="es-ES" dirty="0"/>
              <a:t>Ficheros en Linux - Permisos</a:t>
            </a:r>
          </a:p>
        </p:txBody>
      </p:sp>
      <p:grpSp>
        <p:nvGrpSpPr>
          <p:cNvPr id="2" name="Grupo 1">
            <a:extLst>
              <a:ext uri="{FF2B5EF4-FFF2-40B4-BE49-F238E27FC236}">
                <a16:creationId xmlns:a16="http://schemas.microsoft.com/office/drawing/2014/main" id="{6D1C6901-88B2-CC50-E7A7-23435DAC7EAB}"/>
              </a:ext>
            </a:extLst>
          </p:cNvPr>
          <p:cNvGrpSpPr/>
          <p:nvPr/>
        </p:nvGrpSpPr>
        <p:grpSpPr>
          <a:xfrm>
            <a:off x="355599" y="1236646"/>
            <a:ext cx="8261350" cy="3917950"/>
            <a:chOff x="357188" y="1273969"/>
            <a:chExt cx="8261350" cy="3917950"/>
          </a:xfrm>
        </p:grpSpPr>
        <p:grpSp>
          <p:nvGrpSpPr>
            <p:cNvPr id="29751" name="Group 55">
              <a:extLst>
                <a:ext uri="{FF2B5EF4-FFF2-40B4-BE49-F238E27FC236}">
                  <a16:creationId xmlns:a16="http://schemas.microsoft.com/office/drawing/2014/main" id="{B4409417-487C-B696-27D9-6A41861544C8}"/>
                </a:ext>
              </a:extLst>
            </p:cNvPr>
            <p:cNvGrpSpPr>
              <a:grpSpLocks/>
            </p:cNvGrpSpPr>
            <p:nvPr/>
          </p:nvGrpSpPr>
          <p:grpSpPr bwMode="auto">
            <a:xfrm>
              <a:off x="4572000" y="1547019"/>
              <a:ext cx="2400300" cy="1268412"/>
              <a:chOff x="3176" y="1951"/>
              <a:chExt cx="1512" cy="799"/>
            </a:xfrm>
          </p:grpSpPr>
          <p:sp>
            <p:nvSpPr>
              <p:cNvPr id="13356" name="Text Box 40">
                <a:extLst>
                  <a:ext uri="{FF2B5EF4-FFF2-40B4-BE49-F238E27FC236}">
                    <a16:creationId xmlns:a16="http://schemas.microsoft.com/office/drawing/2014/main" id="{31933E16-9D27-B76E-31C9-244AF122F181}"/>
                  </a:ext>
                </a:extLst>
              </p:cNvPr>
              <p:cNvSpPr txBox="1">
                <a:spLocks noChangeArrowheads="1"/>
              </p:cNvSpPr>
              <p:nvPr/>
            </p:nvSpPr>
            <p:spPr bwMode="auto">
              <a:xfrm>
                <a:off x="3334" y="2340"/>
                <a:ext cx="1354" cy="41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a:t>Fecha y hora de la </a:t>
                </a:r>
                <a:br>
                  <a:rPr lang="es-ES" altLang="es-ES"/>
                </a:br>
                <a:r>
                  <a:rPr lang="es-ES" altLang="es-ES"/>
                  <a:t>última modificación</a:t>
                </a:r>
              </a:p>
            </p:txBody>
          </p:sp>
          <p:cxnSp>
            <p:nvCxnSpPr>
              <p:cNvPr id="13357" name="AutoShape 41">
                <a:extLst>
                  <a:ext uri="{FF2B5EF4-FFF2-40B4-BE49-F238E27FC236}">
                    <a16:creationId xmlns:a16="http://schemas.microsoft.com/office/drawing/2014/main" id="{9EF2BB91-DEC9-615F-DF44-DA04A97888FE}"/>
                  </a:ext>
                </a:extLst>
              </p:cNvPr>
              <p:cNvCxnSpPr>
                <a:cxnSpLocks noChangeShapeType="1"/>
                <a:stCxn id="13358" idx="2"/>
                <a:endCxn id="13356" idx="0"/>
              </p:cNvCxnSpPr>
              <p:nvPr/>
            </p:nvCxnSpPr>
            <p:spPr bwMode="auto">
              <a:xfrm rot="16200000" flipH="1">
                <a:off x="3847" y="2176"/>
                <a:ext cx="207" cy="121"/>
              </a:xfrm>
              <a:prstGeom prst="bentConnector3">
                <a:avLst>
                  <a:gd name="adj1" fmla="val 49759"/>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358" name="AutoShape 44">
                <a:extLst>
                  <a:ext uri="{FF2B5EF4-FFF2-40B4-BE49-F238E27FC236}">
                    <a16:creationId xmlns:a16="http://schemas.microsoft.com/office/drawing/2014/main" id="{6908147A-8785-156F-9BC9-4050FC8F9F96}"/>
                  </a:ext>
                </a:extLst>
              </p:cNvPr>
              <p:cNvSpPr>
                <a:spLocks noChangeArrowheads="1"/>
              </p:cNvSpPr>
              <p:nvPr/>
            </p:nvSpPr>
            <p:spPr bwMode="auto">
              <a:xfrm>
                <a:off x="3176" y="1951"/>
                <a:ext cx="1428" cy="182"/>
              </a:xfrm>
              <a:prstGeom prst="roundRect">
                <a:avLst>
                  <a:gd name="adj" fmla="val 50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grpSp>
        <p:grpSp>
          <p:nvGrpSpPr>
            <p:cNvPr id="29750" name="Group 54">
              <a:extLst>
                <a:ext uri="{FF2B5EF4-FFF2-40B4-BE49-F238E27FC236}">
                  <a16:creationId xmlns:a16="http://schemas.microsoft.com/office/drawing/2014/main" id="{577865E2-820D-F402-DD4D-25BBC5FAF67D}"/>
                </a:ext>
              </a:extLst>
            </p:cNvPr>
            <p:cNvGrpSpPr>
              <a:grpSpLocks/>
            </p:cNvGrpSpPr>
            <p:nvPr/>
          </p:nvGrpSpPr>
          <p:grpSpPr bwMode="auto">
            <a:xfrm>
              <a:off x="3886200" y="1547019"/>
              <a:ext cx="4732338" cy="3562350"/>
              <a:chOff x="2744" y="1951"/>
              <a:chExt cx="2981" cy="2244"/>
            </a:xfrm>
          </p:grpSpPr>
          <p:sp>
            <p:nvSpPr>
              <p:cNvPr id="13353" name="Text Box 37">
                <a:extLst>
                  <a:ext uri="{FF2B5EF4-FFF2-40B4-BE49-F238E27FC236}">
                    <a16:creationId xmlns:a16="http://schemas.microsoft.com/office/drawing/2014/main" id="{296CD027-BD6A-E5AD-B713-23C4DB65EA61}"/>
                  </a:ext>
                </a:extLst>
              </p:cNvPr>
              <p:cNvSpPr txBox="1">
                <a:spLocks noChangeArrowheads="1"/>
              </p:cNvSpPr>
              <p:nvPr/>
            </p:nvSpPr>
            <p:spPr bwMode="auto">
              <a:xfrm>
                <a:off x="3787" y="3612"/>
                <a:ext cx="1938" cy="583"/>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a:t>Tamaño del fichero en bytes</a:t>
                </a:r>
              </a:p>
              <a:p>
                <a:pPr eaLnBrk="1" hangingPunct="1"/>
                <a:r>
                  <a:rPr lang="es-ES" altLang="es-ES"/>
                  <a:t>(usar </a:t>
                </a:r>
                <a:r>
                  <a:rPr lang="es-ES" altLang="es-ES">
                    <a:latin typeface="Courier New" panose="02070309020205020404" pitchFamily="49" charset="0"/>
                  </a:rPr>
                  <a:t>ls –h</a:t>
                </a:r>
                <a:r>
                  <a:rPr lang="es-ES" altLang="es-ES"/>
                  <a:t> para</a:t>
                </a:r>
                <a:br>
                  <a:rPr lang="es-ES" altLang="es-ES"/>
                </a:br>
                <a:r>
                  <a:rPr lang="es-ES" altLang="es-ES"/>
                  <a:t>formatos más legibles)</a:t>
                </a:r>
              </a:p>
            </p:txBody>
          </p:sp>
          <p:cxnSp>
            <p:nvCxnSpPr>
              <p:cNvPr id="13354" name="AutoShape 38">
                <a:extLst>
                  <a:ext uri="{FF2B5EF4-FFF2-40B4-BE49-F238E27FC236}">
                    <a16:creationId xmlns:a16="http://schemas.microsoft.com/office/drawing/2014/main" id="{8FFAB989-6015-D07F-4A07-2147D7FB4611}"/>
                  </a:ext>
                </a:extLst>
              </p:cNvPr>
              <p:cNvCxnSpPr>
                <a:cxnSpLocks noChangeShapeType="1"/>
                <a:stCxn id="13355" idx="2"/>
                <a:endCxn id="13353" idx="0"/>
              </p:cNvCxnSpPr>
              <p:nvPr/>
            </p:nvCxnSpPr>
            <p:spPr bwMode="auto">
              <a:xfrm rot="16200000" flipH="1">
                <a:off x="3112" y="1969"/>
                <a:ext cx="1479" cy="1808"/>
              </a:xfrm>
              <a:prstGeom prst="bentConnector3">
                <a:avLst>
                  <a:gd name="adj1" fmla="val 49968"/>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355" name="AutoShape 45">
                <a:extLst>
                  <a:ext uri="{FF2B5EF4-FFF2-40B4-BE49-F238E27FC236}">
                    <a16:creationId xmlns:a16="http://schemas.microsoft.com/office/drawing/2014/main" id="{63D22978-FA67-729C-4B59-614C74FED760}"/>
                  </a:ext>
                </a:extLst>
              </p:cNvPr>
              <p:cNvSpPr>
                <a:spLocks noChangeArrowheads="1"/>
              </p:cNvSpPr>
              <p:nvPr/>
            </p:nvSpPr>
            <p:spPr bwMode="auto">
              <a:xfrm>
                <a:off x="2744" y="1951"/>
                <a:ext cx="408" cy="182"/>
              </a:xfrm>
              <a:prstGeom prst="roundRect">
                <a:avLst>
                  <a:gd name="adj" fmla="val 50000"/>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grpSp>
        <p:grpSp>
          <p:nvGrpSpPr>
            <p:cNvPr id="29753" name="Group 57">
              <a:extLst>
                <a:ext uri="{FF2B5EF4-FFF2-40B4-BE49-F238E27FC236}">
                  <a16:creationId xmlns:a16="http://schemas.microsoft.com/office/drawing/2014/main" id="{B1544D9C-11C5-CC14-8734-33B0AB83020C}"/>
                </a:ext>
              </a:extLst>
            </p:cNvPr>
            <p:cNvGrpSpPr>
              <a:grpSpLocks/>
            </p:cNvGrpSpPr>
            <p:nvPr/>
          </p:nvGrpSpPr>
          <p:grpSpPr bwMode="auto">
            <a:xfrm>
              <a:off x="2100263" y="1547019"/>
              <a:ext cx="1944687" cy="1354137"/>
              <a:chOff x="1619" y="1951"/>
              <a:chExt cx="1225" cy="853"/>
            </a:xfrm>
          </p:grpSpPr>
          <p:sp>
            <p:nvSpPr>
              <p:cNvPr id="13344" name="Rectangle 33">
                <a:extLst>
                  <a:ext uri="{FF2B5EF4-FFF2-40B4-BE49-F238E27FC236}">
                    <a16:creationId xmlns:a16="http://schemas.microsoft.com/office/drawing/2014/main" id="{8E155AEF-22D3-38CF-A0D0-69B44EC80A74}"/>
                  </a:ext>
                </a:extLst>
              </p:cNvPr>
              <p:cNvSpPr>
                <a:spLocks noChangeArrowheads="1"/>
              </p:cNvSpPr>
              <p:nvPr/>
            </p:nvSpPr>
            <p:spPr bwMode="auto">
              <a:xfrm>
                <a:off x="1619" y="2350"/>
                <a:ext cx="1225" cy="454"/>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sp>
            <p:nvSpPr>
              <p:cNvPr id="13345" name="Text Box 32">
                <a:extLst>
                  <a:ext uri="{FF2B5EF4-FFF2-40B4-BE49-F238E27FC236}">
                    <a16:creationId xmlns:a16="http://schemas.microsoft.com/office/drawing/2014/main" id="{D95834F0-315F-1F2A-DDFE-542EC1317872}"/>
                  </a:ext>
                </a:extLst>
              </p:cNvPr>
              <p:cNvSpPr txBox="1">
                <a:spLocks noChangeArrowheads="1"/>
              </p:cNvSpPr>
              <p:nvPr/>
            </p:nvSpPr>
            <p:spPr bwMode="auto">
              <a:xfrm>
                <a:off x="1656" y="2519"/>
                <a:ext cx="1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a:t>al que pertenece</a:t>
                </a:r>
              </a:p>
            </p:txBody>
          </p:sp>
          <p:grpSp>
            <p:nvGrpSpPr>
              <p:cNvPr id="13346" name="Group 53">
                <a:extLst>
                  <a:ext uri="{FF2B5EF4-FFF2-40B4-BE49-F238E27FC236}">
                    <a16:creationId xmlns:a16="http://schemas.microsoft.com/office/drawing/2014/main" id="{8D7554E6-A74D-9F50-D80B-9A0BACA4CD89}"/>
                  </a:ext>
                </a:extLst>
              </p:cNvPr>
              <p:cNvGrpSpPr>
                <a:grpSpLocks/>
              </p:cNvGrpSpPr>
              <p:nvPr/>
            </p:nvGrpSpPr>
            <p:grpSpPr bwMode="auto">
              <a:xfrm>
                <a:off x="1652" y="1951"/>
                <a:ext cx="1073" cy="579"/>
                <a:chOff x="1652" y="1951"/>
                <a:chExt cx="1073" cy="579"/>
              </a:xfrm>
            </p:grpSpPr>
            <p:sp>
              <p:nvSpPr>
                <p:cNvPr id="13347" name="Text Box 29">
                  <a:extLst>
                    <a:ext uri="{FF2B5EF4-FFF2-40B4-BE49-F238E27FC236}">
                      <a16:creationId xmlns:a16="http://schemas.microsoft.com/office/drawing/2014/main" id="{BDE2F317-F82F-2884-D8AB-CAC7E92198D4}"/>
                    </a:ext>
                  </a:extLst>
                </p:cNvPr>
                <p:cNvSpPr txBox="1">
                  <a:spLocks noChangeArrowheads="1"/>
                </p:cNvSpPr>
                <p:nvPr/>
              </p:nvSpPr>
              <p:spPr bwMode="auto">
                <a:xfrm>
                  <a:off x="1652" y="2351"/>
                  <a:ext cx="612"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70000"/>
                    </a:lnSpc>
                  </a:pPr>
                  <a:r>
                    <a:rPr lang="es-ES" altLang="es-ES"/>
                    <a:t>Usuario</a:t>
                  </a:r>
                </a:p>
              </p:txBody>
            </p:sp>
            <p:sp>
              <p:nvSpPr>
                <p:cNvPr id="13348" name="Text Box 31">
                  <a:extLst>
                    <a:ext uri="{FF2B5EF4-FFF2-40B4-BE49-F238E27FC236}">
                      <a16:creationId xmlns:a16="http://schemas.microsoft.com/office/drawing/2014/main" id="{9C4EE446-88ED-8BA5-ED39-7B8379CACFD1}"/>
                    </a:ext>
                  </a:extLst>
                </p:cNvPr>
                <p:cNvSpPr txBox="1">
                  <a:spLocks noChangeArrowheads="1"/>
                </p:cNvSpPr>
                <p:nvPr/>
              </p:nvSpPr>
              <p:spPr bwMode="auto">
                <a:xfrm>
                  <a:off x="2209" y="2350"/>
                  <a:ext cx="516"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70000"/>
                    </a:lnSpc>
                  </a:pPr>
                  <a:r>
                    <a:rPr lang="es-ES" altLang="es-ES"/>
                    <a:t>Grupo</a:t>
                  </a:r>
                </a:p>
              </p:txBody>
            </p:sp>
            <p:cxnSp>
              <p:nvCxnSpPr>
                <p:cNvPr id="13349" name="AutoShape 34">
                  <a:extLst>
                    <a:ext uri="{FF2B5EF4-FFF2-40B4-BE49-F238E27FC236}">
                      <a16:creationId xmlns:a16="http://schemas.microsoft.com/office/drawing/2014/main" id="{D8F426CF-AC3E-672C-8498-8DE98196415C}"/>
                    </a:ext>
                  </a:extLst>
                </p:cNvPr>
                <p:cNvCxnSpPr>
                  <a:cxnSpLocks noChangeShapeType="1"/>
                  <a:stCxn id="13352" idx="2"/>
                  <a:endCxn id="13347" idx="0"/>
                </p:cNvCxnSpPr>
                <p:nvPr/>
              </p:nvCxnSpPr>
              <p:spPr bwMode="auto">
                <a:xfrm rot="16200000" flipH="1">
                  <a:off x="1849" y="2241"/>
                  <a:ext cx="218" cy="1"/>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50" name="AutoShape 35">
                  <a:extLst>
                    <a:ext uri="{FF2B5EF4-FFF2-40B4-BE49-F238E27FC236}">
                      <a16:creationId xmlns:a16="http://schemas.microsoft.com/office/drawing/2014/main" id="{737D0F15-72C9-AD1B-6136-0BCC4A2D5CD5}"/>
                    </a:ext>
                  </a:extLst>
                </p:cNvPr>
                <p:cNvCxnSpPr>
                  <a:cxnSpLocks noChangeShapeType="1"/>
                  <a:stCxn id="13351" idx="2"/>
                  <a:endCxn id="13348" idx="0"/>
                </p:cNvCxnSpPr>
                <p:nvPr/>
              </p:nvCxnSpPr>
              <p:spPr bwMode="auto">
                <a:xfrm rot="5400000">
                  <a:off x="2361" y="2239"/>
                  <a:ext cx="217" cy="5"/>
                </a:xfrm>
                <a:prstGeom prst="bentConnector3">
                  <a:avLst>
                    <a:gd name="adj1" fmla="val 49769"/>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351" name="AutoShape 46">
                  <a:extLst>
                    <a:ext uri="{FF2B5EF4-FFF2-40B4-BE49-F238E27FC236}">
                      <a16:creationId xmlns:a16="http://schemas.microsoft.com/office/drawing/2014/main" id="{74D5BC59-D9BC-B94B-9B19-8C1BF27AB909}"/>
                    </a:ext>
                  </a:extLst>
                </p:cNvPr>
                <p:cNvSpPr>
                  <a:spLocks noChangeArrowheads="1"/>
                </p:cNvSpPr>
                <p:nvPr/>
              </p:nvSpPr>
              <p:spPr bwMode="auto">
                <a:xfrm>
                  <a:off x="2245" y="1951"/>
                  <a:ext cx="454" cy="182"/>
                </a:xfrm>
                <a:prstGeom prst="roundRect">
                  <a:avLst>
                    <a:gd name="adj" fmla="val 50000"/>
                  </a:avLst>
                </a:prstGeom>
                <a:solidFill>
                  <a:srgbClr val="FFCC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sp>
              <p:nvSpPr>
                <p:cNvPr id="13352" name="AutoShape 47">
                  <a:extLst>
                    <a:ext uri="{FF2B5EF4-FFF2-40B4-BE49-F238E27FC236}">
                      <a16:creationId xmlns:a16="http://schemas.microsoft.com/office/drawing/2014/main" id="{B80263B5-2BDC-3478-538B-9ED3448FBAED}"/>
                    </a:ext>
                  </a:extLst>
                </p:cNvPr>
                <p:cNvSpPr>
                  <a:spLocks noChangeArrowheads="1"/>
                </p:cNvSpPr>
                <p:nvPr/>
              </p:nvSpPr>
              <p:spPr bwMode="auto">
                <a:xfrm>
                  <a:off x="1719" y="1951"/>
                  <a:ext cx="476" cy="182"/>
                </a:xfrm>
                <a:prstGeom prst="roundRect">
                  <a:avLst>
                    <a:gd name="adj" fmla="val 50000"/>
                  </a:avLst>
                </a:prstGeom>
                <a:solidFill>
                  <a:srgbClr val="FFCC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grpSp>
        </p:grpSp>
        <p:grpSp>
          <p:nvGrpSpPr>
            <p:cNvPr id="29755" name="Group 59">
              <a:extLst>
                <a:ext uri="{FF2B5EF4-FFF2-40B4-BE49-F238E27FC236}">
                  <a16:creationId xmlns:a16="http://schemas.microsoft.com/office/drawing/2014/main" id="{99027744-86E4-0968-4870-9DCC113D52A1}"/>
                </a:ext>
              </a:extLst>
            </p:cNvPr>
            <p:cNvGrpSpPr>
              <a:grpSpLocks/>
            </p:cNvGrpSpPr>
            <p:nvPr/>
          </p:nvGrpSpPr>
          <p:grpSpPr bwMode="auto">
            <a:xfrm>
              <a:off x="638175" y="1547019"/>
              <a:ext cx="4832350" cy="3644900"/>
              <a:chOff x="698" y="1951"/>
              <a:chExt cx="3044" cy="2296"/>
            </a:xfrm>
          </p:grpSpPr>
          <p:sp>
            <p:nvSpPr>
              <p:cNvPr id="13328" name="Text Box 9">
                <a:extLst>
                  <a:ext uri="{FF2B5EF4-FFF2-40B4-BE49-F238E27FC236}">
                    <a16:creationId xmlns:a16="http://schemas.microsoft.com/office/drawing/2014/main" id="{50F5C17D-784A-53A1-0C9E-A9EB30D7C627}"/>
                  </a:ext>
                </a:extLst>
              </p:cNvPr>
              <p:cNvSpPr txBox="1">
                <a:spLocks noChangeArrowheads="1"/>
              </p:cNvSpPr>
              <p:nvPr/>
            </p:nvSpPr>
            <p:spPr bwMode="auto">
              <a:xfrm>
                <a:off x="1642" y="2989"/>
                <a:ext cx="2100" cy="1258"/>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a:t>Triadas de permisos:</a:t>
                </a:r>
              </a:p>
              <a:p>
                <a:pPr eaLnBrk="1" hangingPunct="1"/>
                <a:endParaRPr lang="es-ES" altLang="es-ES"/>
              </a:p>
              <a:p>
                <a:pPr eaLnBrk="1" hangingPunct="1"/>
                <a:r>
                  <a:rPr lang="es-ES" altLang="es-ES" b="1">
                    <a:solidFill>
                      <a:srgbClr val="FF0000"/>
                    </a:solidFill>
                  </a:rPr>
                  <a:t> </a:t>
                </a:r>
                <a:endParaRPr lang="es-ES" altLang="es-ES">
                  <a:solidFill>
                    <a:schemeClr val="bg2"/>
                  </a:solidFill>
                </a:endParaRPr>
              </a:p>
            </p:txBody>
          </p:sp>
          <p:sp>
            <p:nvSpPr>
              <p:cNvPr id="13329" name="Text Box 11">
                <a:extLst>
                  <a:ext uri="{FF2B5EF4-FFF2-40B4-BE49-F238E27FC236}">
                    <a16:creationId xmlns:a16="http://schemas.microsoft.com/office/drawing/2014/main" id="{FFF8DA57-3DC1-6D14-FCE9-9453112963A5}"/>
                  </a:ext>
                </a:extLst>
              </p:cNvPr>
              <p:cNvSpPr txBox="1">
                <a:spLocks noChangeArrowheads="1"/>
              </p:cNvSpPr>
              <p:nvPr/>
            </p:nvSpPr>
            <p:spPr bwMode="auto">
              <a:xfrm>
                <a:off x="1655" y="3670"/>
                <a:ext cx="1084"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b="1"/>
                  <a:t>    x</a:t>
                </a:r>
                <a:r>
                  <a:rPr lang="es-ES" altLang="es-ES"/>
                  <a:t>: ejecución </a:t>
                </a:r>
              </a:p>
              <a:p>
                <a:pPr eaLnBrk="1" hangingPunct="1"/>
                <a:r>
                  <a:rPr lang="es-ES" altLang="es-ES" b="1"/>
                  <a:t>  w</a:t>
                </a:r>
                <a:r>
                  <a:rPr lang="es-ES" altLang="es-ES"/>
                  <a:t>: escritura</a:t>
                </a:r>
              </a:p>
              <a:p>
                <a:pPr eaLnBrk="1" hangingPunct="1"/>
                <a:r>
                  <a:rPr lang="es-ES" altLang="es-ES" b="1">
                    <a:latin typeface="Courier New" panose="02070309020205020404" pitchFamily="49" charset="0"/>
                  </a:rPr>
                  <a:t>r</a:t>
                </a:r>
                <a:r>
                  <a:rPr lang="es-ES" altLang="es-ES"/>
                  <a:t>: lectura</a:t>
                </a:r>
              </a:p>
            </p:txBody>
          </p:sp>
          <p:sp>
            <p:nvSpPr>
              <p:cNvPr id="13330" name="Line 12">
                <a:extLst>
                  <a:ext uri="{FF2B5EF4-FFF2-40B4-BE49-F238E27FC236}">
                    <a16:creationId xmlns:a16="http://schemas.microsoft.com/office/drawing/2014/main" id="{395C2BD6-78AA-BF52-D255-BCC6DA54416C}"/>
                  </a:ext>
                </a:extLst>
              </p:cNvPr>
              <p:cNvSpPr>
                <a:spLocks noChangeShapeType="1"/>
              </p:cNvSpPr>
              <p:nvPr/>
            </p:nvSpPr>
            <p:spPr bwMode="auto">
              <a:xfrm>
                <a:off x="1912" y="3521"/>
                <a:ext cx="1" cy="22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3331" name="Line 13">
                <a:extLst>
                  <a:ext uri="{FF2B5EF4-FFF2-40B4-BE49-F238E27FC236}">
                    <a16:creationId xmlns:a16="http://schemas.microsoft.com/office/drawing/2014/main" id="{2B007CC7-F955-41B2-FBC0-21E45EF6D6B6}"/>
                  </a:ext>
                </a:extLst>
              </p:cNvPr>
              <p:cNvSpPr>
                <a:spLocks noChangeShapeType="1"/>
              </p:cNvSpPr>
              <p:nvPr/>
            </p:nvSpPr>
            <p:spPr bwMode="auto">
              <a:xfrm>
                <a:off x="1821" y="3522"/>
                <a:ext cx="1" cy="40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3332" name="Line 14">
                <a:extLst>
                  <a:ext uri="{FF2B5EF4-FFF2-40B4-BE49-F238E27FC236}">
                    <a16:creationId xmlns:a16="http://schemas.microsoft.com/office/drawing/2014/main" id="{93C63E18-B699-DB04-FE30-11C693B6E115}"/>
                  </a:ext>
                </a:extLst>
              </p:cNvPr>
              <p:cNvSpPr>
                <a:spLocks noChangeShapeType="1"/>
              </p:cNvSpPr>
              <p:nvPr/>
            </p:nvSpPr>
            <p:spPr bwMode="auto">
              <a:xfrm>
                <a:off x="1746" y="3522"/>
                <a:ext cx="1" cy="56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cxnSp>
            <p:nvCxnSpPr>
              <p:cNvPr id="13333" name="AutoShape 16">
                <a:extLst>
                  <a:ext uri="{FF2B5EF4-FFF2-40B4-BE49-F238E27FC236}">
                    <a16:creationId xmlns:a16="http://schemas.microsoft.com/office/drawing/2014/main" id="{D9595522-CC60-6C77-DA75-9FF28FF7E072}"/>
                  </a:ext>
                </a:extLst>
              </p:cNvPr>
              <p:cNvCxnSpPr>
                <a:cxnSpLocks noChangeShapeType="1"/>
                <a:stCxn id="13343" idx="2"/>
                <a:endCxn id="13328" idx="1"/>
              </p:cNvCxnSpPr>
              <p:nvPr/>
            </p:nvCxnSpPr>
            <p:spPr bwMode="auto">
              <a:xfrm rot="16200000" flipH="1">
                <a:off x="629" y="2605"/>
                <a:ext cx="1485" cy="541"/>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334" name="Text Box 18">
                <a:extLst>
                  <a:ext uri="{FF2B5EF4-FFF2-40B4-BE49-F238E27FC236}">
                    <a16:creationId xmlns:a16="http://schemas.microsoft.com/office/drawing/2014/main" id="{88031D8F-07EE-98AD-A949-24EF505FD09F}"/>
                  </a:ext>
                </a:extLst>
              </p:cNvPr>
              <p:cNvSpPr txBox="1">
                <a:spLocks noChangeArrowheads="1"/>
              </p:cNvSpPr>
              <p:nvPr/>
            </p:nvSpPr>
            <p:spPr bwMode="auto">
              <a:xfrm>
                <a:off x="2126" y="3346"/>
                <a:ext cx="302" cy="14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40000"/>
                  </a:lnSpc>
                </a:pPr>
                <a:r>
                  <a:rPr lang="es-ES" altLang="es-ES" b="1">
                    <a:solidFill>
                      <a:srgbClr val="002060"/>
                    </a:solidFill>
                  </a:rPr>
                  <a:t>r-x</a:t>
                </a:r>
                <a:endParaRPr lang="es-ES" altLang="es-ES">
                  <a:solidFill>
                    <a:srgbClr val="002060"/>
                  </a:solidFill>
                </a:endParaRPr>
              </a:p>
            </p:txBody>
          </p:sp>
          <p:sp>
            <p:nvSpPr>
              <p:cNvPr id="13335" name="Text Box 19">
                <a:extLst>
                  <a:ext uri="{FF2B5EF4-FFF2-40B4-BE49-F238E27FC236}">
                    <a16:creationId xmlns:a16="http://schemas.microsoft.com/office/drawing/2014/main" id="{C958CF5A-98F1-A3EB-984E-6859FE6D0D24}"/>
                  </a:ext>
                </a:extLst>
              </p:cNvPr>
              <p:cNvSpPr txBox="1">
                <a:spLocks noChangeArrowheads="1"/>
              </p:cNvSpPr>
              <p:nvPr/>
            </p:nvSpPr>
            <p:spPr bwMode="auto">
              <a:xfrm>
                <a:off x="1892" y="3341"/>
                <a:ext cx="300"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40000"/>
                  </a:lnSpc>
                </a:pPr>
                <a:r>
                  <a:rPr lang="es-ES" altLang="es-ES" b="1" dirty="0">
                    <a:solidFill>
                      <a:srgbClr val="00B050"/>
                    </a:solidFill>
                  </a:rPr>
                  <a:t>r-x</a:t>
                </a:r>
                <a:endParaRPr lang="es-ES" altLang="es-ES" dirty="0">
                  <a:solidFill>
                    <a:srgbClr val="00B050"/>
                  </a:solidFill>
                </a:endParaRPr>
              </a:p>
            </p:txBody>
          </p:sp>
          <p:sp>
            <p:nvSpPr>
              <p:cNvPr id="13336" name="Text Box 20">
                <a:extLst>
                  <a:ext uri="{FF2B5EF4-FFF2-40B4-BE49-F238E27FC236}">
                    <a16:creationId xmlns:a16="http://schemas.microsoft.com/office/drawing/2014/main" id="{9B395EDC-2AF1-5765-DE55-25397179194C}"/>
                  </a:ext>
                </a:extLst>
              </p:cNvPr>
              <p:cNvSpPr txBox="1">
                <a:spLocks noChangeArrowheads="1"/>
              </p:cNvSpPr>
              <p:nvPr/>
            </p:nvSpPr>
            <p:spPr bwMode="auto">
              <a:xfrm>
                <a:off x="1643" y="3348"/>
                <a:ext cx="364" cy="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40000"/>
                  </a:lnSpc>
                </a:pPr>
                <a:r>
                  <a:rPr lang="es-ES" altLang="es-ES" b="1">
                    <a:solidFill>
                      <a:srgbClr val="FF0000"/>
                    </a:solidFill>
                  </a:rPr>
                  <a:t>rwx</a:t>
                </a:r>
                <a:endParaRPr lang="es-ES" altLang="es-ES"/>
              </a:p>
            </p:txBody>
          </p:sp>
          <p:sp>
            <p:nvSpPr>
              <p:cNvPr id="13337" name="Text Box 22">
                <a:extLst>
                  <a:ext uri="{FF2B5EF4-FFF2-40B4-BE49-F238E27FC236}">
                    <a16:creationId xmlns:a16="http://schemas.microsoft.com/office/drawing/2014/main" id="{B5794C3D-392D-3018-AF3D-2B2134E07F8C}"/>
                  </a:ext>
                </a:extLst>
              </p:cNvPr>
              <p:cNvSpPr txBox="1">
                <a:spLocks noChangeArrowheads="1"/>
              </p:cNvSpPr>
              <p:nvPr/>
            </p:nvSpPr>
            <p:spPr bwMode="auto">
              <a:xfrm>
                <a:off x="2927" y="3241"/>
                <a:ext cx="8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a:solidFill>
                      <a:srgbClr val="FF0000"/>
                    </a:solidFill>
                  </a:rPr>
                  <a:t>usuario (u)</a:t>
                </a:r>
              </a:p>
            </p:txBody>
          </p:sp>
          <p:sp>
            <p:nvSpPr>
              <p:cNvPr id="13338" name="Text Box 23">
                <a:extLst>
                  <a:ext uri="{FF2B5EF4-FFF2-40B4-BE49-F238E27FC236}">
                    <a16:creationId xmlns:a16="http://schemas.microsoft.com/office/drawing/2014/main" id="{84853E8C-67A0-E0DA-6F62-5C93C5A6BD19}"/>
                  </a:ext>
                </a:extLst>
              </p:cNvPr>
              <p:cNvSpPr txBox="1">
                <a:spLocks noChangeArrowheads="1"/>
              </p:cNvSpPr>
              <p:nvPr/>
            </p:nvSpPr>
            <p:spPr bwMode="auto">
              <a:xfrm>
                <a:off x="2925" y="3381"/>
                <a:ext cx="70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dirty="0">
                    <a:solidFill>
                      <a:srgbClr val="00B050"/>
                    </a:solidFill>
                  </a:rPr>
                  <a:t>grupo (g)</a:t>
                </a:r>
              </a:p>
            </p:txBody>
          </p:sp>
          <p:sp>
            <p:nvSpPr>
              <p:cNvPr id="13339" name="Text Box 24">
                <a:extLst>
                  <a:ext uri="{FF2B5EF4-FFF2-40B4-BE49-F238E27FC236}">
                    <a16:creationId xmlns:a16="http://schemas.microsoft.com/office/drawing/2014/main" id="{8C86A184-0B43-CF2C-38F7-3EF63387DEC0}"/>
                  </a:ext>
                </a:extLst>
              </p:cNvPr>
              <p:cNvSpPr txBox="1">
                <a:spLocks noChangeArrowheads="1"/>
              </p:cNvSpPr>
              <p:nvPr/>
            </p:nvSpPr>
            <p:spPr bwMode="auto">
              <a:xfrm>
                <a:off x="2925" y="3650"/>
                <a:ext cx="652" cy="23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dirty="0">
                    <a:solidFill>
                      <a:srgbClr val="002060"/>
                    </a:solidFill>
                  </a:rPr>
                  <a:t>otros (o)</a:t>
                </a:r>
              </a:p>
            </p:txBody>
          </p:sp>
          <p:cxnSp>
            <p:nvCxnSpPr>
              <p:cNvPr id="13340" name="AutoShape 25">
                <a:extLst>
                  <a:ext uri="{FF2B5EF4-FFF2-40B4-BE49-F238E27FC236}">
                    <a16:creationId xmlns:a16="http://schemas.microsoft.com/office/drawing/2014/main" id="{99596E35-4905-1301-512B-E84CB38DD0C6}"/>
                  </a:ext>
                </a:extLst>
              </p:cNvPr>
              <p:cNvCxnSpPr>
                <a:cxnSpLocks noChangeShapeType="1"/>
                <a:stCxn id="13336" idx="0"/>
                <a:endCxn id="13337" idx="1"/>
              </p:cNvCxnSpPr>
              <p:nvPr/>
            </p:nvCxnSpPr>
            <p:spPr bwMode="auto">
              <a:xfrm rot="5400000" flipV="1">
                <a:off x="2371" y="2802"/>
                <a:ext cx="9" cy="1102"/>
              </a:xfrm>
              <a:prstGeom prst="bentConnector4">
                <a:avLst>
                  <a:gd name="adj1" fmla="val -1600000"/>
                  <a:gd name="adj2" fmla="val 74861"/>
                </a:avLst>
              </a:prstGeom>
              <a:noFill/>
              <a:ln w="9525">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41" name="AutoShape 26">
                <a:extLst>
                  <a:ext uri="{FF2B5EF4-FFF2-40B4-BE49-F238E27FC236}">
                    <a16:creationId xmlns:a16="http://schemas.microsoft.com/office/drawing/2014/main" id="{0777F80D-0303-D282-864C-CEA536481967}"/>
                  </a:ext>
                </a:extLst>
              </p:cNvPr>
              <p:cNvCxnSpPr>
                <a:cxnSpLocks noChangeShapeType="1"/>
                <a:stCxn id="13335" idx="0"/>
                <a:endCxn id="13338" idx="1"/>
              </p:cNvCxnSpPr>
              <p:nvPr/>
            </p:nvCxnSpPr>
            <p:spPr bwMode="auto">
              <a:xfrm rot="16200000" flipH="1">
                <a:off x="2406" y="2977"/>
                <a:ext cx="156" cy="883"/>
              </a:xfrm>
              <a:prstGeom prst="bentConnector4">
                <a:avLst>
                  <a:gd name="adj1" fmla="val -92604"/>
                  <a:gd name="adj2" fmla="val 58494"/>
                </a:avLst>
              </a:prstGeom>
              <a:noFill/>
              <a:ln w="9525">
                <a:solidFill>
                  <a:schemeClr val="accent2"/>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42" name="AutoShape 27">
                <a:extLst>
                  <a:ext uri="{FF2B5EF4-FFF2-40B4-BE49-F238E27FC236}">
                    <a16:creationId xmlns:a16="http://schemas.microsoft.com/office/drawing/2014/main" id="{0CB15782-96B3-5895-6677-F6DC9509A6C0}"/>
                  </a:ext>
                </a:extLst>
              </p:cNvPr>
              <p:cNvCxnSpPr>
                <a:cxnSpLocks noChangeShapeType="1"/>
                <a:stCxn id="13334" idx="3"/>
                <a:endCxn id="13339" idx="1"/>
              </p:cNvCxnSpPr>
              <p:nvPr/>
            </p:nvCxnSpPr>
            <p:spPr bwMode="auto">
              <a:xfrm>
                <a:off x="2428" y="3418"/>
                <a:ext cx="497" cy="348"/>
              </a:xfrm>
              <a:prstGeom prst="bentConnector3">
                <a:avLst>
                  <a:gd name="adj1" fmla="val 50000"/>
                </a:avLst>
              </a:prstGeom>
              <a:noFill/>
              <a:ln w="9525">
                <a:solidFill>
                  <a:srgbClr val="002060"/>
                </a:solidFill>
                <a:miter lim="800000"/>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343" name="AutoShape 48">
                <a:extLst>
                  <a:ext uri="{FF2B5EF4-FFF2-40B4-BE49-F238E27FC236}">
                    <a16:creationId xmlns:a16="http://schemas.microsoft.com/office/drawing/2014/main" id="{F7D3677E-C006-A5FA-6DFE-A7AAE289EBB0}"/>
                  </a:ext>
                </a:extLst>
              </p:cNvPr>
              <p:cNvSpPr>
                <a:spLocks noChangeArrowheads="1"/>
              </p:cNvSpPr>
              <p:nvPr/>
            </p:nvSpPr>
            <p:spPr bwMode="auto">
              <a:xfrm>
                <a:off x="698" y="1951"/>
                <a:ext cx="805" cy="182"/>
              </a:xfrm>
              <a:prstGeom prst="roundRect">
                <a:avLst>
                  <a:gd name="adj" fmla="val 50000"/>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grpSp>
        <p:grpSp>
          <p:nvGrpSpPr>
            <p:cNvPr id="29747" name="Group 51">
              <a:extLst>
                <a:ext uri="{FF2B5EF4-FFF2-40B4-BE49-F238E27FC236}">
                  <a16:creationId xmlns:a16="http://schemas.microsoft.com/office/drawing/2014/main" id="{7453FDB3-12D0-2742-CE88-7C6180108C1E}"/>
                </a:ext>
              </a:extLst>
            </p:cNvPr>
            <p:cNvGrpSpPr>
              <a:grpSpLocks/>
            </p:cNvGrpSpPr>
            <p:nvPr/>
          </p:nvGrpSpPr>
          <p:grpSpPr bwMode="auto">
            <a:xfrm>
              <a:off x="357188" y="1273969"/>
              <a:ext cx="1603375" cy="3917950"/>
              <a:chOff x="521" y="1779"/>
              <a:chExt cx="1010" cy="2468"/>
            </a:xfrm>
          </p:grpSpPr>
          <p:sp>
            <p:nvSpPr>
              <p:cNvPr id="13325" name="Text Box 5">
                <a:extLst>
                  <a:ext uri="{FF2B5EF4-FFF2-40B4-BE49-F238E27FC236}">
                    <a16:creationId xmlns:a16="http://schemas.microsoft.com/office/drawing/2014/main" id="{B387AE55-0567-FDAD-0A64-A6435CBCB9CB}"/>
                  </a:ext>
                </a:extLst>
              </p:cNvPr>
              <p:cNvSpPr txBox="1">
                <a:spLocks noChangeArrowheads="1"/>
              </p:cNvSpPr>
              <p:nvPr/>
            </p:nvSpPr>
            <p:spPr bwMode="auto">
              <a:xfrm>
                <a:off x="521" y="3664"/>
                <a:ext cx="1010" cy="583"/>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a:t>-: fichero</a:t>
                </a:r>
              </a:p>
              <a:p>
                <a:pPr eaLnBrk="1" hangingPunct="1"/>
                <a:r>
                  <a:rPr lang="es-ES" altLang="es-ES"/>
                  <a:t>d: directorio</a:t>
                </a:r>
              </a:p>
              <a:p>
                <a:pPr eaLnBrk="1" hangingPunct="1"/>
                <a:r>
                  <a:rPr lang="es-ES" altLang="es-ES"/>
                  <a:t>l: link (enlace)</a:t>
                </a:r>
              </a:p>
            </p:txBody>
          </p:sp>
          <p:cxnSp>
            <p:nvCxnSpPr>
              <p:cNvPr id="13326" name="AutoShape 7">
                <a:extLst>
                  <a:ext uri="{FF2B5EF4-FFF2-40B4-BE49-F238E27FC236}">
                    <a16:creationId xmlns:a16="http://schemas.microsoft.com/office/drawing/2014/main" id="{8D93BC02-8579-AC1A-CAB2-FB93C76367CD}"/>
                  </a:ext>
                </a:extLst>
              </p:cNvPr>
              <p:cNvCxnSpPr>
                <a:cxnSpLocks noChangeShapeType="1"/>
                <a:stCxn id="13327" idx="2"/>
                <a:endCxn id="13325" idx="0"/>
              </p:cNvCxnSpPr>
              <p:nvPr/>
            </p:nvCxnSpPr>
            <p:spPr bwMode="auto">
              <a:xfrm rot="16200000" flipH="1">
                <a:off x="83" y="2721"/>
                <a:ext cx="1518" cy="368"/>
              </a:xfrm>
              <a:prstGeom prst="bentConnector3">
                <a:avLst>
                  <a:gd name="adj1" fmla="val 49935"/>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327" name="AutoShape 49">
                <a:extLst>
                  <a:ext uri="{FF2B5EF4-FFF2-40B4-BE49-F238E27FC236}">
                    <a16:creationId xmlns:a16="http://schemas.microsoft.com/office/drawing/2014/main" id="{E081F39F-4364-7D9C-4257-768195184F75}"/>
                  </a:ext>
                </a:extLst>
              </p:cNvPr>
              <p:cNvSpPr>
                <a:spLocks noChangeArrowheads="1"/>
              </p:cNvSpPr>
              <p:nvPr/>
            </p:nvSpPr>
            <p:spPr bwMode="auto">
              <a:xfrm>
                <a:off x="612" y="1779"/>
                <a:ext cx="91" cy="367"/>
              </a:xfrm>
              <a:prstGeom prst="roundRect">
                <a:avLst>
                  <a:gd name="adj" fmla="val 50000"/>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grpSp>
        <p:grpSp>
          <p:nvGrpSpPr>
            <p:cNvPr id="29752" name="Group 56">
              <a:extLst>
                <a:ext uri="{FF2B5EF4-FFF2-40B4-BE49-F238E27FC236}">
                  <a16:creationId xmlns:a16="http://schemas.microsoft.com/office/drawing/2014/main" id="{1ED5E84B-A872-1924-44F2-AD0B8965C0BD}"/>
                </a:ext>
              </a:extLst>
            </p:cNvPr>
            <p:cNvGrpSpPr>
              <a:grpSpLocks/>
            </p:cNvGrpSpPr>
            <p:nvPr/>
          </p:nvGrpSpPr>
          <p:grpSpPr bwMode="auto">
            <a:xfrm>
              <a:off x="6910388" y="1547019"/>
              <a:ext cx="1584325" cy="1700212"/>
              <a:chOff x="4649" y="1951"/>
              <a:chExt cx="998" cy="1071"/>
            </a:xfrm>
          </p:grpSpPr>
          <p:sp>
            <p:nvSpPr>
              <p:cNvPr id="13322" name="AutoShape 42">
                <a:extLst>
                  <a:ext uri="{FF2B5EF4-FFF2-40B4-BE49-F238E27FC236}">
                    <a16:creationId xmlns:a16="http://schemas.microsoft.com/office/drawing/2014/main" id="{83F3A8D4-E4F8-C9B6-74A6-FD9860CA1FD7}"/>
                  </a:ext>
                </a:extLst>
              </p:cNvPr>
              <p:cNvSpPr>
                <a:spLocks noChangeArrowheads="1"/>
              </p:cNvSpPr>
              <p:nvPr/>
            </p:nvSpPr>
            <p:spPr bwMode="auto">
              <a:xfrm>
                <a:off x="4649" y="1951"/>
                <a:ext cx="907" cy="182"/>
              </a:xfrm>
              <a:prstGeom prst="roundRect">
                <a:avLst>
                  <a:gd name="adj" fmla="val 50000"/>
                </a:avLst>
              </a:prstGeom>
              <a:solidFill>
                <a:srgbClr val="CCCC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sp>
            <p:nvSpPr>
              <p:cNvPr id="13323" name="Text Box 43">
                <a:extLst>
                  <a:ext uri="{FF2B5EF4-FFF2-40B4-BE49-F238E27FC236}">
                    <a16:creationId xmlns:a16="http://schemas.microsoft.com/office/drawing/2014/main" id="{AD2C9D80-B218-C533-08D0-E2E632925044}"/>
                  </a:ext>
                </a:extLst>
              </p:cNvPr>
              <p:cNvSpPr txBox="1">
                <a:spLocks noChangeArrowheads="1"/>
              </p:cNvSpPr>
              <p:nvPr/>
            </p:nvSpPr>
            <p:spPr bwMode="auto">
              <a:xfrm>
                <a:off x="4921" y="2785"/>
                <a:ext cx="726" cy="237"/>
              </a:xfrm>
              <a:prstGeom prst="rect">
                <a:avLst/>
              </a:prstGeom>
              <a:solidFill>
                <a:srgbClr val="CC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s-ES" altLang="es-ES"/>
                  <a:t>Nombre</a:t>
                </a:r>
              </a:p>
            </p:txBody>
          </p:sp>
          <p:cxnSp>
            <p:nvCxnSpPr>
              <p:cNvPr id="13324" name="AutoShape 50">
                <a:extLst>
                  <a:ext uri="{FF2B5EF4-FFF2-40B4-BE49-F238E27FC236}">
                    <a16:creationId xmlns:a16="http://schemas.microsoft.com/office/drawing/2014/main" id="{BB2583FC-F55F-3650-1F17-67375C179428}"/>
                  </a:ext>
                </a:extLst>
              </p:cNvPr>
              <p:cNvCxnSpPr>
                <a:cxnSpLocks noChangeShapeType="1"/>
                <a:stCxn id="13322" idx="2"/>
                <a:endCxn id="13323" idx="0"/>
              </p:cNvCxnSpPr>
              <p:nvPr/>
            </p:nvCxnSpPr>
            <p:spPr bwMode="auto">
              <a:xfrm rot="16200000" flipH="1">
                <a:off x="4868" y="2368"/>
                <a:ext cx="652" cy="181"/>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sp>
        <p:nvSpPr>
          <p:cNvPr id="13321" name="Rectangle 3">
            <a:extLst>
              <a:ext uri="{FF2B5EF4-FFF2-40B4-BE49-F238E27FC236}">
                <a16:creationId xmlns:a16="http://schemas.microsoft.com/office/drawing/2014/main" id="{40087849-FCCD-7842-0AAA-70A52FCF62D7}"/>
              </a:ext>
            </a:extLst>
          </p:cNvPr>
          <p:cNvSpPr>
            <a:spLocks noGrp="1" noChangeArrowheads="1"/>
          </p:cNvSpPr>
          <p:nvPr>
            <p:ph type="body" idx="1"/>
          </p:nvPr>
        </p:nvSpPr>
        <p:spPr>
          <a:xfrm>
            <a:off x="355599" y="484737"/>
            <a:ext cx="8432801" cy="1671638"/>
          </a:xfrm>
        </p:spPr>
        <p:txBody>
          <a:bodyPr>
            <a:normAutofit fontScale="92500"/>
          </a:bodyPr>
          <a:lstStyle/>
          <a:p>
            <a:pPr marL="0" indent="0" eaLnBrk="1" hangingPunct="1">
              <a:buFont typeface="Wingdings" panose="05000000000000000000" pitchFamily="2" charset="2"/>
              <a:buNone/>
            </a:pPr>
            <a:r>
              <a:rPr lang="es-ES" altLang="es-ES" sz="2400" dirty="0"/>
              <a:t>Al hacer un listado largo de un fichero (</a:t>
            </a:r>
            <a:r>
              <a:rPr lang="es-ES" altLang="es-ES" sz="2400" dirty="0" err="1">
                <a:latin typeface="Courier New" panose="02070309020205020404" pitchFamily="49" charset="0"/>
              </a:rPr>
              <a:t>ls</a:t>
            </a:r>
            <a:r>
              <a:rPr lang="es-ES" altLang="es-ES" sz="2400" dirty="0">
                <a:latin typeface="Courier New" panose="02070309020205020404" pitchFamily="49" charset="0"/>
              </a:rPr>
              <a:t> –l</a:t>
            </a:r>
            <a:r>
              <a:rPr lang="es-ES" altLang="es-ES" sz="2400" dirty="0"/>
              <a:t>) o directorio (</a:t>
            </a:r>
            <a:r>
              <a:rPr lang="es-ES" altLang="es-ES" sz="2400" dirty="0" err="1">
                <a:latin typeface="Courier New" panose="02070309020205020404" pitchFamily="49" charset="0"/>
              </a:rPr>
              <a:t>ls</a:t>
            </a:r>
            <a:r>
              <a:rPr lang="es-ES" altLang="es-ES" sz="2400" dirty="0">
                <a:latin typeface="Courier New" panose="02070309020205020404" pitchFamily="49" charset="0"/>
              </a:rPr>
              <a:t> –</a:t>
            </a:r>
            <a:r>
              <a:rPr lang="es-ES" altLang="es-ES" sz="2400" dirty="0" err="1">
                <a:latin typeface="Courier New" panose="02070309020205020404" pitchFamily="49" charset="0"/>
              </a:rPr>
              <a:t>ld</a:t>
            </a:r>
            <a:r>
              <a:rPr lang="es-ES" altLang="es-ES" sz="2400" dirty="0"/>
              <a:t>) obtenemos:</a:t>
            </a:r>
          </a:p>
          <a:p>
            <a:pPr marL="0" indent="0" eaLnBrk="1" hangingPunct="1">
              <a:buFont typeface="Wingdings" panose="05000000000000000000" pitchFamily="2" charset="2"/>
              <a:buNone/>
            </a:pPr>
            <a:r>
              <a:rPr lang="es-ES" altLang="es-ES" sz="2000" b="1" dirty="0">
                <a:latin typeface="Courier New" panose="02070309020205020404" pitchFamily="49" charset="0"/>
              </a:rPr>
              <a:t>-</a:t>
            </a:r>
            <a:r>
              <a:rPr lang="es-ES" altLang="es-ES" sz="2000" b="1" dirty="0" err="1">
                <a:latin typeface="Courier New" panose="02070309020205020404" pitchFamily="49" charset="0"/>
              </a:rPr>
              <a:t>rw</a:t>
            </a:r>
            <a:r>
              <a:rPr lang="es-ES" altLang="es-ES" sz="2000" b="1" dirty="0">
                <a:latin typeface="Courier New" panose="02070309020205020404" pitchFamily="49" charset="0"/>
              </a:rPr>
              <a:t>-r--r-- 1 user1 </a:t>
            </a:r>
            <a:r>
              <a:rPr lang="es-ES" altLang="es-ES" sz="2000" b="1" dirty="0" err="1">
                <a:latin typeface="Courier New" panose="02070309020205020404" pitchFamily="49" charset="0"/>
              </a:rPr>
              <a:t>group</a:t>
            </a:r>
            <a:r>
              <a:rPr lang="es-ES" altLang="es-ES" sz="2000" b="1" dirty="0">
                <a:latin typeface="Courier New" panose="02070309020205020404" pitchFamily="49" charset="0"/>
              </a:rPr>
              <a:t> 0 2009-10-23 17:51 fichero.txt</a:t>
            </a:r>
          </a:p>
          <a:p>
            <a:pPr marL="0" indent="0" eaLnBrk="1" hangingPunct="1">
              <a:buFont typeface="Wingdings" panose="05000000000000000000" pitchFamily="2" charset="2"/>
              <a:buNone/>
            </a:pPr>
            <a:r>
              <a:rPr lang="es-ES" altLang="es-ES" sz="2000" b="1" dirty="0" err="1">
                <a:latin typeface="Courier New" panose="02070309020205020404" pitchFamily="49" charset="0"/>
              </a:rPr>
              <a:t>drwxr</a:t>
            </a:r>
            <a:r>
              <a:rPr lang="es-ES" altLang="es-ES" sz="2000" b="1" dirty="0">
                <a:latin typeface="Courier New" panose="02070309020205020404" pitchFamily="49" charset="0"/>
              </a:rPr>
              <a:t>-</a:t>
            </a:r>
            <a:r>
              <a:rPr lang="es-ES" altLang="es-ES" sz="2000" b="1" dirty="0" err="1">
                <a:latin typeface="Courier New" panose="02070309020205020404" pitchFamily="49" charset="0"/>
              </a:rPr>
              <a:t>xr</a:t>
            </a:r>
            <a:r>
              <a:rPr lang="es-ES" altLang="es-ES" sz="2000" b="1" dirty="0">
                <a:latin typeface="Courier New" panose="02070309020205020404" pitchFamily="49" charset="0"/>
              </a:rPr>
              <a:t>-x 2 user2 </a:t>
            </a:r>
            <a:r>
              <a:rPr lang="es-ES" altLang="es-ES" sz="2000" b="1" dirty="0" err="1">
                <a:latin typeface="Courier New" panose="02070309020205020404" pitchFamily="49" charset="0"/>
              </a:rPr>
              <a:t>group</a:t>
            </a:r>
            <a:r>
              <a:rPr lang="es-ES" altLang="es-ES" sz="2000" b="1" dirty="0">
                <a:latin typeface="Courier New" panose="02070309020205020404" pitchFamily="49" charset="0"/>
              </a:rPr>
              <a:t> 4096 2009-10-23 17:52 directorio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BE284D6B-B43C-E983-76B2-7CE2871D661D}"/>
              </a:ext>
            </a:extLst>
          </p:cNvPr>
          <p:cNvSpPr>
            <a:spLocks noGrp="1" noChangeArrowheads="1"/>
          </p:cNvSpPr>
          <p:nvPr>
            <p:ph type="title"/>
          </p:nvPr>
        </p:nvSpPr>
        <p:spPr/>
        <p:txBody>
          <a:bodyPr/>
          <a:lstStyle/>
          <a:p>
            <a:pPr eaLnBrk="1" hangingPunct="1"/>
            <a:r>
              <a:rPr lang="en-US" altLang="es-ES"/>
              <a:t>Otros comandos útiles de Linux</a:t>
            </a:r>
          </a:p>
        </p:txBody>
      </p:sp>
      <p:sp>
        <p:nvSpPr>
          <p:cNvPr id="14339" name="Rectangle 3">
            <a:extLst>
              <a:ext uri="{FF2B5EF4-FFF2-40B4-BE49-F238E27FC236}">
                <a16:creationId xmlns:a16="http://schemas.microsoft.com/office/drawing/2014/main" id="{40F4A139-A1EC-6FAA-8098-47CF3619B983}"/>
              </a:ext>
            </a:extLst>
          </p:cNvPr>
          <p:cNvSpPr>
            <a:spLocks noGrp="1" noChangeArrowheads="1"/>
          </p:cNvSpPr>
          <p:nvPr>
            <p:ph type="body" idx="1"/>
          </p:nvPr>
        </p:nvSpPr>
        <p:spPr/>
        <p:txBody>
          <a:bodyPr/>
          <a:lstStyle/>
          <a:p>
            <a:pPr eaLnBrk="1" hangingPunct="1"/>
            <a:r>
              <a:rPr lang="en-US" altLang="es-ES"/>
              <a:t>Cambiar los permisos de los ficheros</a:t>
            </a:r>
            <a:br>
              <a:rPr lang="en-US" altLang="es-ES"/>
            </a:br>
            <a:r>
              <a:rPr lang="en-US" altLang="es-ES" sz="2400" b="1">
                <a:latin typeface="Courier New" panose="02070309020205020404" pitchFamily="49" charset="0"/>
              </a:rPr>
              <a:t>$ </a:t>
            </a:r>
            <a:r>
              <a:rPr lang="en-US" altLang="es-ES" sz="2400" b="1">
                <a:solidFill>
                  <a:schemeClr val="tx2"/>
                </a:solidFill>
                <a:latin typeface="Courier New" panose="02070309020205020404" pitchFamily="49" charset="0"/>
              </a:rPr>
              <a:t>chmod [u|g|o|a][+|-][r|w|x]</a:t>
            </a:r>
            <a:r>
              <a:rPr lang="en-US" altLang="es-ES" sz="2400">
                <a:solidFill>
                  <a:schemeClr val="tx2"/>
                </a:solidFill>
                <a:latin typeface="Courier New" panose="02070309020205020404" pitchFamily="49" charset="0"/>
              </a:rPr>
              <a:t> fichero</a:t>
            </a:r>
            <a:br>
              <a:rPr lang="en-US" altLang="es-ES" sz="2400">
                <a:solidFill>
                  <a:schemeClr val="tx2"/>
                </a:solidFill>
                <a:latin typeface="Courier New" panose="02070309020205020404" pitchFamily="49" charset="0"/>
              </a:rPr>
            </a:br>
            <a:r>
              <a:rPr lang="en-US" altLang="es-ES" sz="2400"/>
              <a:t>Ej:</a:t>
            </a:r>
            <a:r>
              <a:rPr lang="en-US" altLang="es-ES" sz="2400">
                <a:latin typeface="Courier New" panose="02070309020205020404" pitchFamily="49" charset="0"/>
              </a:rPr>
              <a:t> chmod u+x fichero</a:t>
            </a:r>
          </a:p>
          <a:p>
            <a:pPr eaLnBrk="1" hangingPunct="1"/>
            <a:r>
              <a:rPr lang="en-US" altLang="es-ES"/>
              <a:t>Ver el contenido de un fichero</a:t>
            </a:r>
            <a:br>
              <a:rPr lang="en-US" altLang="es-ES"/>
            </a:br>
            <a:r>
              <a:rPr lang="en-US" altLang="es-ES" sz="2400" b="1">
                <a:latin typeface="Courier New" panose="02070309020205020404" pitchFamily="49" charset="0"/>
              </a:rPr>
              <a:t>$</a:t>
            </a:r>
            <a:r>
              <a:rPr lang="en-US" altLang="es-ES" sz="2400" b="1">
                <a:solidFill>
                  <a:schemeClr val="tx2"/>
                </a:solidFill>
                <a:latin typeface="Courier New" panose="02070309020205020404" pitchFamily="49" charset="0"/>
              </a:rPr>
              <a:t> less</a:t>
            </a:r>
            <a:r>
              <a:rPr lang="en-US" altLang="es-ES" sz="2400">
                <a:solidFill>
                  <a:schemeClr val="tx2"/>
                </a:solidFill>
                <a:latin typeface="Courier New" panose="02070309020205020404" pitchFamily="49" charset="0"/>
              </a:rPr>
              <a:t> </a:t>
            </a:r>
            <a:r>
              <a:rPr lang="en-US" altLang="es-ES" sz="2400" i="1">
                <a:solidFill>
                  <a:schemeClr val="tx2"/>
                </a:solidFill>
                <a:latin typeface="Courier New" panose="02070309020205020404" pitchFamily="49" charset="0"/>
              </a:rPr>
              <a:t>fichero</a:t>
            </a:r>
          </a:p>
          <a:p>
            <a:pPr eaLnBrk="1" hangingPunct="1"/>
            <a:r>
              <a:rPr lang="en-US" altLang="es-ES"/>
              <a:t>Ayuda sobre un comando</a:t>
            </a:r>
            <a:br>
              <a:rPr lang="en-US" altLang="es-ES"/>
            </a:br>
            <a:r>
              <a:rPr lang="en-US" altLang="es-ES" sz="2400" b="1">
                <a:latin typeface="Courier New" panose="02070309020205020404" pitchFamily="49" charset="0"/>
              </a:rPr>
              <a:t>$ </a:t>
            </a:r>
            <a:r>
              <a:rPr lang="en-US" altLang="es-ES" sz="2400" b="1">
                <a:solidFill>
                  <a:schemeClr val="tx2"/>
                </a:solidFill>
                <a:latin typeface="Courier New" panose="02070309020205020404" pitchFamily="49" charset="0"/>
              </a:rPr>
              <a:t>man</a:t>
            </a:r>
            <a:r>
              <a:rPr lang="en-US" altLang="es-ES" sz="2400">
                <a:solidFill>
                  <a:schemeClr val="tx2"/>
                </a:solidFill>
                <a:latin typeface="Courier New" panose="02070309020205020404" pitchFamily="49" charset="0"/>
              </a:rPr>
              <a:t> comando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C28BA-CD56-DCE1-C014-D9F5975F6FE7}"/>
            </a:ext>
          </a:extLst>
        </p:cNvPr>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6DBE26C2-DF1A-E538-3896-A49CEE685D5C}"/>
              </a:ext>
            </a:extLst>
          </p:cNvPr>
          <p:cNvSpPr>
            <a:spLocks noGrp="1"/>
          </p:cNvSpPr>
          <p:nvPr>
            <p:ph type="ftr" sz="quarter" idx="11"/>
          </p:nvPr>
        </p:nvSpPr>
        <p:spPr/>
        <p:txBody>
          <a:bodyPr/>
          <a:lstStyle/>
          <a:p>
            <a:r>
              <a:rPr lang="es-ES"/>
              <a:t>Juan Marcelo Gutierrez M.</a:t>
            </a:r>
            <a:endParaRPr lang="es-ES" dirty="0"/>
          </a:p>
        </p:txBody>
      </p:sp>
      <p:sp>
        <p:nvSpPr>
          <p:cNvPr id="3" name="Rectangle 3">
            <a:extLst>
              <a:ext uri="{FF2B5EF4-FFF2-40B4-BE49-F238E27FC236}">
                <a16:creationId xmlns:a16="http://schemas.microsoft.com/office/drawing/2014/main" id="{24AAFE01-8D14-BC36-F79A-18797369687C}"/>
              </a:ext>
            </a:extLst>
          </p:cNvPr>
          <p:cNvSpPr txBox="1">
            <a:spLocks noChangeArrowheads="1"/>
          </p:cNvSpPr>
          <p:nvPr/>
        </p:nvSpPr>
        <p:spPr>
          <a:xfrm>
            <a:off x="457200" y="548481"/>
            <a:ext cx="8507413" cy="5761038"/>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lumMod val="75000"/>
                    <a:lumOff val="25000"/>
                  </a:schemeClr>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lumMod val="75000"/>
                    <a:lumOff val="25000"/>
                  </a:schemeClr>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lumMod val="75000"/>
                    <a:lumOff val="25000"/>
                  </a:schemeClr>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lumMod val="75000"/>
                    <a:lumOff val="25000"/>
                  </a:schemeClr>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endParaRPr lang="es-ES" altLang="es-ES" sz="800" b="1" dirty="0"/>
          </a:p>
          <a:p>
            <a:r>
              <a:rPr lang="es-ES" altLang="es-ES" sz="2800" b="1" dirty="0"/>
              <a:t>Comando </a:t>
            </a:r>
            <a:r>
              <a:rPr lang="es-ES" altLang="es-ES" sz="2800" b="1" dirty="0" err="1"/>
              <a:t>chmod</a:t>
            </a:r>
            <a:r>
              <a:rPr lang="es-ES" altLang="es-ES" sz="2800" b="1" dirty="0"/>
              <a:t>:</a:t>
            </a:r>
            <a:r>
              <a:rPr lang="es-ES" altLang="es-ES" sz="2800" dirty="0"/>
              <a:t> Cambiar permisos</a:t>
            </a:r>
          </a:p>
          <a:p>
            <a:pPr lvl="1"/>
            <a:r>
              <a:rPr lang="es-ES" altLang="es-ES" sz="2000" dirty="0" err="1"/>
              <a:t>chmod</a:t>
            </a:r>
            <a:r>
              <a:rPr lang="es-ES" altLang="es-ES" sz="2000" dirty="0"/>
              <a:t> UGO </a:t>
            </a:r>
            <a:r>
              <a:rPr lang="es-ES" altLang="es-ES" sz="2000" dirty="0" err="1"/>
              <a:t>nombre_archivo</a:t>
            </a:r>
            <a:endParaRPr lang="es-ES" altLang="es-ES" sz="2000" dirty="0"/>
          </a:p>
          <a:p>
            <a:pPr lvl="1"/>
            <a:r>
              <a:rPr lang="es-ES" altLang="es-ES" sz="2000" dirty="0"/>
              <a:t>U, G, O corresponden a los permisos para el usuario actual (</a:t>
            </a:r>
            <a:r>
              <a:rPr lang="es-ES" altLang="es-ES" sz="2000" dirty="0" err="1"/>
              <a:t>User</a:t>
            </a:r>
            <a:r>
              <a:rPr lang="es-ES" altLang="es-ES" sz="2000" dirty="0"/>
              <a:t>) el grupo actual (</a:t>
            </a:r>
            <a:r>
              <a:rPr lang="es-ES" altLang="es-ES" sz="2000" dirty="0" err="1"/>
              <a:t>Group</a:t>
            </a:r>
            <a:r>
              <a:rPr lang="es-ES" altLang="es-ES" sz="2000" dirty="0"/>
              <a:t>) y otros usuarios (</a:t>
            </a:r>
            <a:r>
              <a:rPr lang="es-ES" altLang="es-ES" sz="2000" dirty="0" err="1"/>
              <a:t>Other</a:t>
            </a:r>
            <a:r>
              <a:rPr lang="es-ES" altLang="es-ES" sz="2000" dirty="0"/>
              <a:t>).</a:t>
            </a:r>
          </a:p>
          <a:p>
            <a:pPr lvl="1"/>
            <a:r>
              <a:rPr lang="es-ES" altLang="es-ES" sz="2000" dirty="0"/>
              <a:t>El número que se da corresponde a una combinación en binario de los permisos que se les desea asignar en el siguiente orden:</a:t>
            </a:r>
          </a:p>
          <a:p>
            <a:pPr lvl="2"/>
            <a:r>
              <a:rPr lang="es-ES" altLang="es-ES" sz="1800" dirty="0" err="1"/>
              <a:t>RWX</a:t>
            </a:r>
            <a:r>
              <a:rPr lang="es-ES" altLang="es-ES" sz="1800" dirty="0"/>
              <a:t> (</a:t>
            </a:r>
            <a:r>
              <a:rPr lang="es-ES" altLang="es-ES" sz="1800" dirty="0" err="1"/>
              <a:t>Read</a:t>
            </a:r>
            <a:r>
              <a:rPr lang="es-ES" altLang="es-ES" sz="1800" dirty="0"/>
              <a:t>, </a:t>
            </a:r>
            <a:r>
              <a:rPr lang="es-ES" altLang="es-ES" sz="1800" dirty="0" err="1"/>
              <a:t>Write</a:t>
            </a:r>
            <a:r>
              <a:rPr lang="es-ES" altLang="es-ES" sz="1800" dirty="0"/>
              <a:t>, </a:t>
            </a:r>
            <a:r>
              <a:rPr lang="es-ES" altLang="es-ES" sz="1800" dirty="0" err="1"/>
              <a:t>Execute</a:t>
            </a:r>
            <a:r>
              <a:rPr lang="es-ES" altLang="es-ES" sz="1800" dirty="0"/>
              <a:t>)</a:t>
            </a:r>
          </a:p>
          <a:p>
            <a:pPr lvl="1">
              <a:lnSpc>
                <a:spcPct val="130000"/>
              </a:lnSpc>
              <a:spcAft>
                <a:spcPct val="40000"/>
              </a:spcAft>
            </a:pPr>
            <a:r>
              <a:rPr lang="es-ES" altLang="es-ES" sz="2000" dirty="0"/>
              <a:t>Por ejemplo si el usuario desea tener todos los permisos, deberá asignarse R=1, W=1 y X=1  (111</a:t>
            </a:r>
            <a:r>
              <a:rPr lang="es-ES" altLang="es-ES" sz="2000" baseline="-25000" dirty="0"/>
              <a:t>2</a:t>
            </a:r>
            <a:r>
              <a:rPr lang="es-ES" altLang="es-ES" sz="2000" dirty="0"/>
              <a:t>=7), si para el grupo al que está asignado se le quiere dar permisos de R y W pero a los demás sólo de lectura deberá ser G=101</a:t>
            </a:r>
            <a:r>
              <a:rPr lang="es-ES" altLang="es-ES" sz="2000" baseline="-25000" dirty="0"/>
              <a:t>2</a:t>
            </a:r>
            <a:r>
              <a:rPr lang="es-ES" altLang="es-ES" sz="2000" dirty="0"/>
              <a:t>=5  y  O=100</a:t>
            </a:r>
            <a:r>
              <a:rPr lang="es-ES" altLang="es-ES" sz="2000" baseline="-25000" dirty="0"/>
              <a:t>2</a:t>
            </a:r>
            <a:r>
              <a:rPr lang="es-ES" altLang="es-ES" sz="2000" dirty="0"/>
              <a:t>=4.  </a:t>
            </a:r>
            <a:r>
              <a:rPr lang="es-ES" altLang="es-ES" sz="2000" dirty="0">
                <a:sym typeface="Wingdings" panose="05000000000000000000" pitchFamily="2" charset="2"/>
              </a:rPr>
              <a:t> 754</a:t>
            </a:r>
            <a:endParaRPr lang="es-ES" altLang="es-ES" sz="2000" dirty="0"/>
          </a:p>
          <a:p>
            <a:pPr lvl="1"/>
            <a:r>
              <a:rPr lang="en-US" altLang="es-ES" sz="2000" dirty="0">
                <a:latin typeface="Courier New" panose="02070309020205020404" pitchFamily="49" charset="0"/>
              </a:rPr>
              <a:t>bash-2.05$</a:t>
            </a:r>
            <a:r>
              <a:rPr lang="es-ES" altLang="es-ES" sz="2000" dirty="0"/>
              <a:t> </a:t>
            </a:r>
            <a:r>
              <a:rPr lang="es-ES" altLang="es-ES" sz="2000" dirty="0" err="1"/>
              <a:t>chmod</a:t>
            </a:r>
            <a:r>
              <a:rPr lang="es-ES" altLang="es-ES" sz="2000" dirty="0"/>
              <a:t> 754 </a:t>
            </a:r>
            <a:r>
              <a:rPr lang="es-ES" altLang="es-ES" sz="2000" dirty="0" err="1"/>
              <a:t>public_html</a:t>
            </a:r>
            <a:endParaRPr lang="es-ES" altLang="es-ES" sz="2000" dirty="0"/>
          </a:p>
          <a:p>
            <a:endParaRPr lang="es-ES" altLang="es-ES" sz="2400" dirty="0"/>
          </a:p>
          <a:p>
            <a:endParaRPr lang="es-ES" altLang="es-ES" sz="2400" dirty="0"/>
          </a:p>
        </p:txBody>
      </p:sp>
      <mc:AlternateContent xmlns:mc="http://schemas.openxmlformats.org/markup-compatibility/2006">
        <mc:Choice xmlns:p14="http://schemas.microsoft.com/office/powerpoint/2010/main" Requires="p14">
          <p:contentPart p14:bwMode="auto" r:id="rId2">
            <p14:nvContentPartPr>
              <p14:cNvPr id="4" name="Entrada de lápiz 3">
                <a:extLst>
                  <a:ext uri="{FF2B5EF4-FFF2-40B4-BE49-F238E27FC236}">
                    <a16:creationId xmlns:a16="http://schemas.microsoft.com/office/drawing/2014/main" id="{91A24C23-C543-9E8B-0E3B-79A1789F3061}"/>
                  </a:ext>
                </a:extLst>
              </p14:cNvPr>
              <p14:cNvContentPartPr/>
              <p14:nvPr/>
            </p14:nvContentPartPr>
            <p14:xfrm>
              <a:off x="-106920" y="4488480"/>
              <a:ext cx="5066280" cy="738720"/>
            </p14:xfrm>
          </p:contentPart>
        </mc:Choice>
        <mc:Fallback>
          <p:pic>
            <p:nvPicPr>
              <p:cNvPr id="4" name="Entrada de lápiz 3">
                <a:extLst>
                  <a:ext uri="{FF2B5EF4-FFF2-40B4-BE49-F238E27FC236}">
                    <a16:creationId xmlns:a16="http://schemas.microsoft.com/office/drawing/2014/main" id="{91A24C23-C543-9E8B-0E3B-79A1789F3061}"/>
                  </a:ext>
                </a:extLst>
              </p:cNvPr>
              <p:cNvPicPr/>
              <p:nvPr/>
            </p:nvPicPr>
            <p:blipFill>
              <a:blip r:embed="rId3"/>
              <a:stretch>
                <a:fillRect/>
              </a:stretch>
            </p:blipFill>
            <p:spPr>
              <a:xfrm>
                <a:off x="-116280" y="4479120"/>
                <a:ext cx="5085000" cy="757440"/>
              </a:xfrm>
              <a:prstGeom prst="rect">
                <a:avLst/>
              </a:prstGeom>
            </p:spPr>
          </p:pic>
        </mc:Fallback>
      </mc:AlternateContent>
    </p:spTree>
    <p:extLst>
      <p:ext uri="{BB962C8B-B14F-4D97-AF65-F5344CB8AC3E}">
        <p14:creationId xmlns:p14="http://schemas.microsoft.com/office/powerpoint/2010/main" val="18112828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A84F88EC-96B1-CF27-A1A6-B5FB7AEB724D}"/>
              </a:ext>
            </a:extLst>
          </p:cNvPr>
          <p:cNvSpPr>
            <a:spLocks noGrp="1" noChangeArrowheads="1"/>
          </p:cNvSpPr>
          <p:nvPr>
            <p:ph type="title"/>
          </p:nvPr>
        </p:nvSpPr>
        <p:spPr/>
        <p:txBody>
          <a:bodyPr/>
          <a:lstStyle/>
          <a:p>
            <a:pPr eaLnBrk="1" hangingPunct="1"/>
            <a:r>
              <a:rPr lang="en-US" altLang="es-ES"/>
              <a:t>Editores en Linux</a:t>
            </a:r>
          </a:p>
        </p:txBody>
      </p:sp>
      <p:sp>
        <p:nvSpPr>
          <p:cNvPr id="15363" name="Rectangle 3">
            <a:extLst>
              <a:ext uri="{FF2B5EF4-FFF2-40B4-BE49-F238E27FC236}">
                <a16:creationId xmlns:a16="http://schemas.microsoft.com/office/drawing/2014/main" id="{A164434D-E1F0-E1B1-259C-847F83C71856}"/>
              </a:ext>
            </a:extLst>
          </p:cNvPr>
          <p:cNvSpPr>
            <a:spLocks noGrp="1" noChangeArrowheads="1"/>
          </p:cNvSpPr>
          <p:nvPr>
            <p:ph type="body" idx="1"/>
          </p:nvPr>
        </p:nvSpPr>
        <p:spPr>
          <a:xfrm>
            <a:off x="755650" y="1828800"/>
            <a:ext cx="5329238" cy="5029200"/>
          </a:xfrm>
        </p:spPr>
        <p:txBody>
          <a:bodyPr/>
          <a:lstStyle/>
          <a:p>
            <a:pPr eaLnBrk="1" hangingPunct="1">
              <a:lnSpc>
                <a:spcPct val="90000"/>
              </a:lnSpc>
            </a:pPr>
            <a:r>
              <a:rPr lang="es-ES" altLang="es-ES" sz="2400"/>
              <a:t>Hay muchos distintos</a:t>
            </a:r>
          </a:p>
          <a:p>
            <a:pPr lvl="1" eaLnBrk="1" hangingPunct="1">
              <a:lnSpc>
                <a:spcPct val="90000"/>
              </a:lnSpc>
            </a:pPr>
            <a:r>
              <a:rPr lang="es-ES" altLang="es-ES" sz="2000"/>
              <a:t>Cada uno con sus ventajas y desventajas</a:t>
            </a:r>
          </a:p>
          <a:p>
            <a:pPr lvl="1" eaLnBrk="1" hangingPunct="1">
              <a:lnSpc>
                <a:spcPct val="90000"/>
              </a:lnSpc>
            </a:pPr>
            <a:r>
              <a:rPr lang="es-ES" altLang="es-ES" sz="2000"/>
              <a:t>La curva de aprendizaje puede ser muy distinta</a:t>
            </a:r>
          </a:p>
          <a:p>
            <a:pPr lvl="2" eaLnBrk="1" hangingPunct="1">
              <a:lnSpc>
                <a:spcPct val="90000"/>
              </a:lnSpc>
            </a:pPr>
            <a:r>
              <a:rPr lang="es-ES" altLang="es-ES" sz="1800"/>
              <a:t>Normalmente inversamente proporcional a la velocidad a la que se pueden hacer las cosas</a:t>
            </a:r>
          </a:p>
          <a:p>
            <a:pPr eaLnBrk="1" hangingPunct="1">
              <a:lnSpc>
                <a:spcPct val="90000"/>
              </a:lnSpc>
            </a:pPr>
            <a:r>
              <a:rPr lang="es-ES" altLang="es-ES" sz="2400"/>
              <a:t>Algunos de los más conocidos:</a:t>
            </a:r>
          </a:p>
          <a:p>
            <a:pPr lvl="1" eaLnBrk="1" hangingPunct="1">
              <a:lnSpc>
                <a:spcPct val="90000"/>
              </a:lnSpc>
            </a:pPr>
            <a:r>
              <a:rPr lang="es-ES" altLang="es-ES" sz="2000" b="1"/>
              <a:t>vi</a:t>
            </a:r>
            <a:r>
              <a:rPr lang="es-ES" altLang="es-ES" sz="2000"/>
              <a:t>: Editor muy básico de difícil aprendizaje</a:t>
            </a:r>
          </a:p>
          <a:p>
            <a:pPr lvl="2" eaLnBrk="1" hangingPunct="1">
              <a:lnSpc>
                <a:spcPct val="90000"/>
              </a:lnSpc>
            </a:pPr>
            <a:r>
              <a:rPr lang="es-ES" altLang="es-ES" sz="1800"/>
              <a:t>Funciona en cualquier Linux</a:t>
            </a:r>
          </a:p>
          <a:p>
            <a:pPr lvl="1" eaLnBrk="1" hangingPunct="1">
              <a:lnSpc>
                <a:spcPct val="90000"/>
              </a:lnSpc>
            </a:pPr>
            <a:r>
              <a:rPr lang="es-ES" altLang="es-ES" sz="2000" b="1"/>
              <a:t>nedit</a:t>
            </a:r>
            <a:r>
              <a:rPr lang="es-ES" altLang="es-ES" sz="2000"/>
              <a:t>: Editor sencillo de aprender y con un montón de funcionalidades</a:t>
            </a:r>
          </a:p>
          <a:p>
            <a:pPr lvl="1" eaLnBrk="1" hangingPunct="1">
              <a:lnSpc>
                <a:spcPct val="90000"/>
              </a:lnSpc>
            </a:pPr>
            <a:r>
              <a:rPr lang="es-ES" altLang="es-ES" sz="2000" b="1"/>
              <a:t>(X)Emacs</a:t>
            </a:r>
            <a:r>
              <a:rPr lang="es-ES" altLang="es-ES" sz="2000"/>
              <a:t>: Editor no tan sencillo, pero tremendamente configurable y potente</a:t>
            </a:r>
          </a:p>
        </p:txBody>
      </p:sp>
      <p:pic>
        <p:nvPicPr>
          <p:cNvPr id="15364" name="Picture 4" descr="R_nedit">
            <a:extLst>
              <a:ext uri="{FF2B5EF4-FFF2-40B4-BE49-F238E27FC236}">
                <a16:creationId xmlns:a16="http://schemas.microsoft.com/office/drawing/2014/main" id="{14FA3BBD-448A-299F-37B6-D41801E34E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8125" y="1817688"/>
            <a:ext cx="2520950" cy="247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5" name="Picture 5" descr="Xemacs">
            <a:extLst>
              <a:ext uri="{FF2B5EF4-FFF2-40B4-BE49-F238E27FC236}">
                <a16:creationId xmlns:a16="http://schemas.microsoft.com/office/drawing/2014/main" id="{16313EFE-4179-F473-6664-FD034F04A9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325" y="4365625"/>
            <a:ext cx="2916238" cy="248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527ADA4-BDD0-2553-3F1D-205167AE35C5}"/>
              </a:ext>
            </a:extLst>
          </p:cNvPr>
          <p:cNvSpPr>
            <a:spLocks noGrp="1" noChangeArrowheads="1"/>
          </p:cNvSpPr>
          <p:nvPr>
            <p:ph type="title"/>
          </p:nvPr>
        </p:nvSpPr>
        <p:spPr>
          <a:xfrm>
            <a:off x="513054" y="248817"/>
            <a:ext cx="8280400" cy="685800"/>
          </a:xfrm>
        </p:spPr>
        <p:txBody>
          <a:bodyPr/>
          <a:lstStyle/>
          <a:p>
            <a:pPr eaLnBrk="1" hangingPunct="1"/>
            <a:r>
              <a:rPr lang="en-US" altLang="es-ES" sz="3200" dirty="0" err="1"/>
              <a:t>Resumen</a:t>
            </a:r>
            <a:r>
              <a:rPr lang="en-US" altLang="es-ES" sz="3200" dirty="0"/>
              <a:t> de </a:t>
            </a:r>
            <a:r>
              <a:rPr lang="en-US" altLang="es-ES" sz="3200" dirty="0" err="1"/>
              <a:t>comandos</a:t>
            </a:r>
            <a:r>
              <a:rPr lang="en-US" altLang="es-ES" sz="3200" dirty="0"/>
              <a:t> </a:t>
            </a:r>
            <a:r>
              <a:rPr lang="en-US" altLang="es-ES" sz="3200" dirty="0" err="1"/>
              <a:t>básicos</a:t>
            </a:r>
            <a:r>
              <a:rPr lang="en-US" altLang="es-ES" sz="3200" dirty="0"/>
              <a:t> </a:t>
            </a:r>
            <a:r>
              <a:rPr lang="en-US" altLang="es-ES" sz="3200" dirty="0" err="1"/>
              <a:t>en</a:t>
            </a:r>
            <a:r>
              <a:rPr lang="en-US" altLang="es-ES" sz="3200" dirty="0"/>
              <a:t> Linux</a:t>
            </a:r>
          </a:p>
        </p:txBody>
      </p:sp>
      <p:sp>
        <p:nvSpPr>
          <p:cNvPr id="16387" name="Rectangle 3">
            <a:extLst>
              <a:ext uri="{FF2B5EF4-FFF2-40B4-BE49-F238E27FC236}">
                <a16:creationId xmlns:a16="http://schemas.microsoft.com/office/drawing/2014/main" id="{72A55EFA-AF2B-B8BB-4A92-1C4741ACDB8E}"/>
              </a:ext>
            </a:extLst>
          </p:cNvPr>
          <p:cNvSpPr>
            <a:spLocks noGrp="1" noChangeArrowheads="1"/>
          </p:cNvSpPr>
          <p:nvPr>
            <p:ph type="body" sz="half" idx="1"/>
          </p:nvPr>
        </p:nvSpPr>
        <p:spPr>
          <a:xfrm>
            <a:off x="425871" y="1136715"/>
            <a:ext cx="4824412" cy="3614738"/>
          </a:xfrm>
          <a:solidFill>
            <a:srgbClr val="FFFFCC"/>
          </a:solidFill>
          <a:ln>
            <a:solidFill>
              <a:schemeClr val="tx1"/>
            </a:solidFill>
            <a:miter lim="800000"/>
            <a:headEnd/>
            <a:tailEnd/>
          </a:ln>
        </p:spPr>
        <p:txBody>
          <a:bodyPr>
            <a:normAutofit lnSpcReduction="10000"/>
          </a:bodyPr>
          <a:lstStyle/>
          <a:p>
            <a:pPr algn="ctr" eaLnBrk="1" hangingPunct="1">
              <a:lnSpc>
                <a:spcPct val="80000"/>
              </a:lnSpc>
              <a:buFont typeface="Wingdings" panose="05000000000000000000" pitchFamily="2" charset="2"/>
              <a:buNone/>
            </a:pPr>
            <a:r>
              <a:rPr lang="en-US" altLang="es-ES" sz="2000" b="1">
                <a:solidFill>
                  <a:schemeClr val="tx1"/>
                </a:solidFill>
              </a:rPr>
              <a:t>-- Ficheros --</a:t>
            </a:r>
            <a:r>
              <a:rPr lang="en-US" altLang="es-ES" sz="2000">
                <a:solidFill>
                  <a:schemeClr val="tx1"/>
                </a:solidFill>
              </a:rPr>
              <a:t> </a:t>
            </a:r>
          </a:p>
          <a:p>
            <a:pPr eaLnBrk="1" hangingPunct="1">
              <a:lnSpc>
                <a:spcPct val="80000"/>
              </a:lnSpc>
            </a:pPr>
            <a:r>
              <a:rPr lang="en-US" altLang="es-ES" sz="2000">
                <a:solidFill>
                  <a:schemeClr val="tx1"/>
                </a:solidFill>
              </a:rPr>
              <a:t>Obtener listado: </a:t>
            </a:r>
            <a:br>
              <a:rPr lang="en-US" altLang="es-ES" sz="2000">
                <a:solidFill>
                  <a:schemeClr val="tx1"/>
                </a:solidFill>
              </a:rPr>
            </a:br>
            <a:r>
              <a:rPr lang="en-US" altLang="es-ES" sz="2000" b="1">
                <a:solidFill>
                  <a:schemeClr val="tx1"/>
                </a:solidFill>
                <a:latin typeface="Courier New" panose="02070309020205020404" pitchFamily="49" charset="0"/>
              </a:rPr>
              <a:t>ls</a:t>
            </a:r>
            <a:r>
              <a:rPr lang="en-US" altLang="es-ES" sz="2000">
                <a:solidFill>
                  <a:schemeClr val="tx1"/>
                </a:solidFill>
                <a:latin typeface="Courier New" panose="02070309020205020404" pitchFamily="49" charset="0"/>
              </a:rPr>
              <a:t> [</a:t>
            </a:r>
            <a:r>
              <a:rPr lang="en-US" altLang="es-ES" sz="2000" i="1">
                <a:solidFill>
                  <a:schemeClr val="tx1"/>
                </a:solidFill>
                <a:latin typeface="Courier New" panose="02070309020205020404" pitchFamily="49" charset="0"/>
              </a:rPr>
              <a:t>directorio|fichero</a:t>
            </a:r>
            <a:r>
              <a:rPr lang="en-US" altLang="es-ES" sz="2000">
                <a:solidFill>
                  <a:schemeClr val="tx1"/>
                </a:solidFill>
                <a:latin typeface="Courier New" panose="02070309020205020404" pitchFamily="49" charset="0"/>
              </a:rPr>
              <a:t>]</a:t>
            </a:r>
            <a:br>
              <a:rPr lang="en-US" altLang="es-ES" sz="2000">
                <a:solidFill>
                  <a:schemeClr val="tx1"/>
                </a:solidFill>
              </a:rPr>
            </a:br>
            <a:r>
              <a:rPr lang="en-US" altLang="es-ES" sz="2000">
                <a:solidFill>
                  <a:schemeClr val="tx1"/>
                </a:solidFill>
                <a:latin typeface="Courier New" panose="02070309020205020404" pitchFamily="49" charset="0"/>
              </a:rPr>
              <a:t>-l</a:t>
            </a:r>
            <a:r>
              <a:rPr lang="en-US" altLang="es-ES" sz="2000">
                <a:solidFill>
                  <a:schemeClr val="tx1"/>
                </a:solidFill>
              </a:rPr>
              <a:t>: Con detalles</a:t>
            </a:r>
            <a:br>
              <a:rPr lang="en-US" altLang="es-ES" sz="2000">
                <a:solidFill>
                  <a:schemeClr val="tx1"/>
                </a:solidFill>
              </a:rPr>
            </a:br>
            <a:r>
              <a:rPr lang="en-US" altLang="es-ES" sz="2000">
                <a:solidFill>
                  <a:schemeClr val="tx1"/>
                </a:solidFill>
                <a:latin typeface="Courier New" panose="02070309020205020404" pitchFamily="49" charset="0"/>
              </a:rPr>
              <a:t>-a</a:t>
            </a:r>
            <a:r>
              <a:rPr lang="en-US" altLang="es-ES" sz="2000">
                <a:solidFill>
                  <a:schemeClr val="tx1"/>
                </a:solidFill>
              </a:rPr>
              <a:t>: Todos (incluidos ocultos)</a:t>
            </a:r>
            <a:br>
              <a:rPr lang="en-US" altLang="es-ES" sz="2000">
                <a:solidFill>
                  <a:schemeClr val="tx1"/>
                </a:solidFill>
              </a:rPr>
            </a:br>
            <a:r>
              <a:rPr lang="en-US" altLang="es-ES" sz="2000">
                <a:solidFill>
                  <a:schemeClr val="tx1"/>
                </a:solidFill>
                <a:latin typeface="Courier New" panose="02070309020205020404" pitchFamily="49" charset="0"/>
              </a:rPr>
              <a:t>-rt</a:t>
            </a:r>
            <a:r>
              <a:rPr lang="en-US" altLang="es-ES" sz="2000">
                <a:solidFill>
                  <a:schemeClr val="tx1"/>
                </a:solidFill>
              </a:rPr>
              <a:t>: Ordenar por antiguedad</a:t>
            </a:r>
          </a:p>
          <a:p>
            <a:pPr eaLnBrk="1" hangingPunct="1">
              <a:lnSpc>
                <a:spcPct val="80000"/>
              </a:lnSpc>
            </a:pPr>
            <a:r>
              <a:rPr lang="en-US" altLang="es-ES" sz="2000">
                <a:solidFill>
                  <a:schemeClr val="tx1"/>
                </a:solidFill>
              </a:rPr>
              <a:t>Borrar:</a:t>
            </a:r>
            <a:br>
              <a:rPr lang="en-US" altLang="es-ES" sz="2000">
                <a:solidFill>
                  <a:schemeClr val="tx1"/>
                </a:solidFill>
              </a:rPr>
            </a:br>
            <a:r>
              <a:rPr lang="en-US" altLang="es-ES" sz="2000" b="1">
                <a:solidFill>
                  <a:schemeClr val="tx1"/>
                </a:solidFill>
                <a:latin typeface="Courier New" panose="02070309020205020404" pitchFamily="49" charset="0"/>
              </a:rPr>
              <a:t>rm</a:t>
            </a:r>
            <a:r>
              <a:rPr lang="en-US" altLang="es-ES" sz="2000">
                <a:solidFill>
                  <a:schemeClr val="tx1"/>
                </a:solidFill>
                <a:latin typeface="Courier New" panose="02070309020205020404" pitchFamily="49" charset="0"/>
              </a:rPr>
              <a:t> </a:t>
            </a:r>
            <a:r>
              <a:rPr lang="en-US" altLang="es-ES" sz="2000" i="1">
                <a:solidFill>
                  <a:schemeClr val="tx1"/>
                </a:solidFill>
                <a:latin typeface="Courier New" panose="02070309020205020404" pitchFamily="49" charset="0"/>
              </a:rPr>
              <a:t>fichero</a:t>
            </a:r>
          </a:p>
          <a:p>
            <a:pPr eaLnBrk="1" hangingPunct="1">
              <a:lnSpc>
                <a:spcPct val="80000"/>
              </a:lnSpc>
            </a:pPr>
            <a:r>
              <a:rPr lang="en-US" altLang="es-ES" sz="2000">
                <a:solidFill>
                  <a:schemeClr val="tx1"/>
                </a:solidFill>
              </a:rPr>
              <a:t>Mover/Renombrar:</a:t>
            </a:r>
            <a:br>
              <a:rPr lang="en-US" altLang="es-ES" sz="2000">
                <a:solidFill>
                  <a:schemeClr val="tx1"/>
                </a:solidFill>
              </a:rPr>
            </a:br>
            <a:r>
              <a:rPr lang="en-US" altLang="es-ES" sz="2000" b="1">
                <a:solidFill>
                  <a:schemeClr val="tx1"/>
                </a:solidFill>
              </a:rPr>
              <a:t>mv </a:t>
            </a:r>
            <a:r>
              <a:rPr lang="en-US" altLang="es-ES" sz="2000" i="1">
                <a:solidFill>
                  <a:schemeClr val="tx1"/>
                </a:solidFill>
              </a:rPr>
              <a:t>ficheroorig ficherofinal</a:t>
            </a:r>
          </a:p>
          <a:p>
            <a:pPr eaLnBrk="1" hangingPunct="1">
              <a:lnSpc>
                <a:spcPct val="80000"/>
              </a:lnSpc>
            </a:pPr>
            <a:r>
              <a:rPr lang="en-US" altLang="es-ES" sz="2000">
                <a:solidFill>
                  <a:schemeClr val="tx1"/>
                </a:solidFill>
              </a:rPr>
              <a:t>Símbolos especiales:</a:t>
            </a:r>
            <a:br>
              <a:rPr lang="en-US" altLang="es-ES" sz="2000">
                <a:solidFill>
                  <a:schemeClr val="tx1"/>
                </a:solidFill>
              </a:rPr>
            </a:br>
            <a:r>
              <a:rPr lang="en-US" altLang="es-ES" sz="2000">
                <a:solidFill>
                  <a:schemeClr val="tx1"/>
                </a:solidFill>
                <a:latin typeface="Courier New" panose="02070309020205020404" pitchFamily="49" charset="0"/>
              </a:rPr>
              <a:t>?</a:t>
            </a:r>
            <a:r>
              <a:rPr lang="en-US" altLang="es-ES" sz="2000">
                <a:solidFill>
                  <a:schemeClr val="tx1"/>
                </a:solidFill>
              </a:rPr>
              <a:t> </a:t>
            </a:r>
            <a:r>
              <a:rPr lang="en-US" altLang="es-ES" sz="2000">
                <a:solidFill>
                  <a:schemeClr val="tx1"/>
                </a:solidFill>
                <a:sym typeface="Wingdings" panose="05000000000000000000" pitchFamily="2" charset="2"/>
              </a:rPr>
              <a:t> Un caracter</a:t>
            </a:r>
            <a:br>
              <a:rPr lang="en-US" altLang="es-ES" sz="2000">
                <a:solidFill>
                  <a:schemeClr val="tx1"/>
                </a:solidFill>
                <a:sym typeface="Wingdings" panose="05000000000000000000" pitchFamily="2" charset="2"/>
              </a:rPr>
            </a:br>
            <a:r>
              <a:rPr lang="en-US" altLang="es-ES" sz="2000">
                <a:solidFill>
                  <a:schemeClr val="tx1"/>
                </a:solidFill>
                <a:latin typeface="Courier New" panose="02070309020205020404" pitchFamily="49" charset="0"/>
                <a:sym typeface="Wingdings" panose="05000000000000000000" pitchFamily="2" charset="2"/>
              </a:rPr>
              <a:t>*</a:t>
            </a:r>
            <a:r>
              <a:rPr lang="en-US" altLang="es-ES" sz="2000">
                <a:solidFill>
                  <a:schemeClr val="tx1"/>
                </a:solidFill>
                <a:sym typeface="Wingdings" panose="05000000000000000000" pitchFamily="2" charset="2"/>
              </a:rPr>
              <a:t>  Conjunto de caracteres</a:t>
            </a:r>
            <a:endParaRPr lang="en-US" altLang="es-ES" sz="2000">
              <a:solidFill>
                <a:schemeClr val="tx1"/>
              </a:solidFill>
            </a:endParaRPr>
          </a:p>
        </p:txBody>
      </p:sp>
      <p:sp>
        <p:nvSpPr>
          <p:cNvPr id="16388" name="Rectangle 4">
            <a:extLst>
              <a:ext uri="{FF2B5EF4-FFF2-40B4-BE49-F238E27FC236}">
                <a16:creationId xmlns:a16="http://schemas.microsoft.com/office/drawing/2014/main" id="{A60A032B-2CD1-1FB0-BB6B-DAB110A00949}"/>
              </a:ext>
            </a:extLst>
          </p:cNvPr>
          <p:cNvSpPr>
            <a:spLocks noGrp="1" noChangeArrowheads="1"/>
          </p:cNvSpPr>
          <p:nvPr>
            <p:ph sz="half" idx="2"/>
          </p:nvPr>
        </p:nvSpPr>
        <p:spPr>
          <a:xfrm>
            <a:off x="5394746" y="1152590"/>
            <a:ext cx="3168650" cy="3598863"/>
          </a:xfrm>
          <a:solidFill>
            <a:srgbClr val="CCFFFF"/>
          </a:solidFill>
          <a:ln>
            <a:solidFill>
              <a:schemeClr val="tx1"/>
            </a:solidFill>
            <a:miter lim="800000"/>
            <a:headEnd/>
            <a:tailEnd/>
          </a:ln>
        </p:spPr>
        <p:txBody>
          <a:bodyPr/>
          <a:lstStyle/>
          <a:p>
            <a:pPr algn="ctr" eaLnBrk="1" hangingPunct="1">
              <a:lnSpc>
                <a:spcPct val="80000"/>
              </a:lnSpc>
              <a:buFont typeface="Wingdings" panose="05000000000000000000" pitchFamily="2" charset="2"/>
              <a:buNone/>
            </a:pPr>
            <a:r>
              <a:rPr lang="en-US" altLang="es-ES" sz="2000" b="1">
                <a:solidFill>
                  <a:schemeClr val="tx1"/>
                </a:solidFill>
              </a:rPr>
              <a:t>-- Directorios --</a:t>
            </a:r>
            <a:r>
              <a:rPr lang="en-US" altLang="es-ES" sz="2000">
                <a:solidFill>
                  <a:schemeClr val="tx1"/>
                </a:solidFill>
              </a:rPr>
              <a:t> </a:t>
            </a:r>
          </a:p>
          <a:p>
            <a:pPr eaLnBrk="1" hangingPunct="1">
              <a:lnSpc>
                <a:spcPct val="80000"/>
              </a:lnSpc>
            </a:pPr>
            <a:r>
              <a:rPr lang="en-US" altLang="es-ES" sz="2000">
                <a:solidFill>
                  <a:schemeClr val="tx1"/>
                </a:solidFill>
              </a:rPr>
              <a:t>Crear:</a:t>
            </a:r>
            <a:br>
              <a:rPr lang="en-US" altLang="es-ES" sz="2000">
                <a:solidFill>
                  <a:schemeClr val="tx1"/>
                </a:solidFill>
              </a:rPr>
            </a:br>
            <a:r>
              <a:rPr lang="en-US" altLang="es-ES" sz="2000" b="1">
                <a:solidFill>
                  <a:schemeClr val="tx1"/>
                </a:solidFill>
                <a:latin typeface="Courier New" panose="02070309020205020404" pitchFamily="49" charset="0"/>
              </a:rPr>
              <a:t>mkdir</a:t>
            </a:r>
            <a:r>
              <a:rPr lang="en-US" altLang="es-ES" sz="2000">
                <a:solidFill>
                  <a:schemeClr val="tx1"/>
                </a:solidFill>
                <a:latin typeface="Courier New" panose="02070309020205020404" pitchFamily="49" charset="0"/>
              </a:rPr>
              <a:t> </a:t>
            </a:r>
            <a:r>
              <a:rPr lang="en-US" altLang="es-ES" sz="2000" i="1">
                <a:solidFill>
                  <a:schemeClr val="tx1"/>
                </a:solidFill>
                <a:latin typeface="Courier New" panose="02070309020205020404" pitchFamily="49" charset="0"/>
              </a:rPr>
              <a:t>nombredir</a:t>
            </a:r>
          </a:p>
          <a:p>
            <a:pPr eaLnBrk="1" hangingPunct="1">
              <a:lnSpc>
                <a:spcPct val="80000"/>
              </a:lnSpc>
            </a:pPr>
            <a:r>
              <a:rPr lang="en-US" altLang="es-ES" sz="2000">
                <a:solidFill>
                  <a:schemeClr val="tx1"/>
                </a:solidFill>
              </a:rPr>
              <a:t>Borrar:</a:t>
            </a:r>
            <a:br>
              <a:rPr lang="en-US" altLang="es-ES" sz="2000">
                <a:solidFill>
                  <a:schemeClr val="tx1"/>
                </a:solidFill>
              </a:rPr>
            </a:br>
            <a:r>
              <a:rPr lang="en-US" altLang="es-ES" sz="2000" b="1">
                <a:solidFill>
                  <a:schemeClr val="tx1"/>
                </a:solidFill>
                <a:latin typeface="Courier New" panose="02070309020205020404" pitchFamily="49" charset="0"/>
              </a:rPr>
              <a:t>rmdir</a:t>
            </a:r>
            <a:r>
              <a:rPr lang="en-US" altLang="es-ES" sz="2000">
                <a:solidFill>
                  <a:schemeClr val="tx1"/>
                </a:solidFill>
                <a:latin typeface="Courier New" panose="02070309020205020404" pitchFamily="49" charset="0"/>
              </a:rPr>
              <a:t> </a:t>
            </a:r>
            <a:r>
              <a:rPr lang="en-US" altLang="es-ES" sz="2000" i="1">
                <a:solidFill>
                  <a:schemeClr val="tx1"/>
                </a:solidFill>
                <a:latin typeface="Courier New" panose="02070309020205020404" pitchFamily="49" charset="0"/>
              </a:rPr>
              <a:t>nombredir</a:t>
            </a:r>
          </a:p>
          <a:p>
            <a:pPr eaLnBrk="1" hangingPunct="1">
              <a:lnSpc>
                <a:spcPct val="80000"/>
              </a:lnSpc>
            </a:pPr>
            <a:r>
              <a:rPr lang="en-US" altLang="es-ES" sz="2000">
                <a:solidFill>
                  <a:schemeClr val="tx1"/>
                </a:solidFill>
              </a:rPr>
              <a:t>Cambiar:</a:t>
            </a:r>
            <a:br>
              <a:rPr lang="en-US" altLang="es-ES" sz="2000">
                <a:solidFill>
                  <a:schemeClr val="tx1"/>
                </a:solidFill>
              </a:rPr>
            </a:br>
            <a:r>
              <a:rPr lang="en-US" altLang="es-ES" sz="2000" b="1">
                <a:solidFill>
                  <a:schemeClr val="tx1"/>
                </a:solidFill>
                <a:latin typeface="Courier New" panose="02070309020205020404" pitchFamily="49" charset="0"/>
              </a:rPr>
              <a:t>cd </a:t>
            </a:r>
            <a:r>
              <a:rPr lang="en-US" altLang="es-ES" sz="2000" i="1">
                <a:solidFill>
                  <a:schemeClr val="tx1"/>
                </a:solidFill>
                <a:latin typeface="Courier New" panose="02070309020205020404" pitchFamily="49" charset="0"/>
              </a:rPr>
              <a:t>nombredir</a:t>
            </a:r>
          </a:p>
          <a:p>
            <a:pPr eaLnBrk="1" hangingPunct="1">
              <a:lnSpc>
                <a:spcPct val="80000"/>
              </a:lnSpc>
            </a:pPr>
            <a:r>
              <a:rPr lang="en-US" altLang="es-ES" sz="2000">
                <a:solidFill>
                  <a:schemeClr val="tx1"/>
                </a:solidFill>
              </a:rPr>
              <a:t>Dir actual:</a:t>
            </a:r>
            <a:br>
              <a:rPr lang="en-US" altLang="es-ES" sz="2000">
                <a:solidFill>
                  <a:schemeClr val="tx1"/>
                </a:solidFill>
              </a:rPr>
            </a:br>
            <a:r>
              <a:rPr lang="en-US" altLang="es-ES" sz="2000" i="1">
                <a:solidFill>
                  <a:schemeClr val="tx1"/>
                </a:solidFill>
                <a:latin typeface="Courier New" panose="02070309020205020404" pitchFamily="49" charset="0"/>
              </a:rPr>
              <a:t>pwd</a:t>
            </a:r>
          </a:p>
          <a:p>
            <a:pPr eaLnBrk="1" hangingPunct="1">
              <a:lnSpc>
                <a:spcPct val="80000"/>
              </a:lnSpc>
            </a:pPr>
            <a:r>
              <a:rPr lang="en-US" altLang="es-ES" sz="2000">
                <a:solidFill>
                  <a:schemeClr val="tx1"/>
                </a:solidFill>
              </a:rPr>
              <a:t>Directorios especiales:</a:t>
            </a:r>
            <a:br>
              <a:rPr lang="en-US" altLang="es-ES" sz="2000">
                <a:solidFill>
                  <a:schemeClr val="tx1"/>
                </a:solidFill>
              </a:rPr>
            </a:br>
            <a:r>
              <a:rPr lang="en-US" altLang="es-ES" sz="2000">
                <a:solidFill>
                  <a:schemeClr val="tx1"/>
                </a:solidFill>
                <a:latin typeface="Courier New" panose="02070309020205020404" pitchFamily="49" charset="0"/>
              </a:rPr>
              <a:t>.</a:t>
            </a:r>
            <a:r>
              <a:rPr lang="en-US" altLang="es-ES" sz="2000">
                <a:solidFill>
                  <a:schemeClr val="tx1"/>
                </a:solidFill>
              </a:rPr>
              <a:t> </a:t>
            </a:r>
            <a:r>
              <a:rPr lang="en-US" altLang="es-ES" sz="2000">
                <a:solidFill>
                  <a:schemeClr val="tx1"/>
                </a:solidFill>
                <a:sym typeface="Wingdings" panose="05000000000000000000" pitchFamily="2" charset="2"/>
              </a:rPr>
              <a:t> Dir actual</a:t>
            </a:r>
            <a:br>
              <a:rPr lang="en-US" altLang="es-ES" sz="2000">
                <a:solidFill>
                  <a:schemeClr val="tx1"/>
                </a:solidFill>
                <a:sym typeface="Wingdings" panose="05000000000000000000" pitchFamily="2" charset="2"/>
              </a:rPr>
            </a:br>
            <a:r>
              <a:rPr lang="en-US" altLang="es-ES" sz="2000">
                <a:solidFill>
                  <a:schemeClr val="tx1"/>
                </a:solidFill>
                <a:latin typeface="Courier New" panose="02070309020205020404" pitchFamily="49" charset="0"/>
                <a:sym typeface="Wingdings" panose="05000000000000000000" pitchFamily="2" charset="2"/>
              </a:rPr>
              <a:t>..</a:t>
            </a:r>
            <a:r>
              <a:rPr lang="en-US" altLang="es-ES" sz="2000">
                <a:solidFill>
                  <a:schemeClr val="tx1"/>
                </a:solidFill>
                <a:sym typeface="Wingdings" panose="05000000000000000000" pitchFamily="2" charset="2"/>
              </a:rPr>
              <a:t> -&gt; Dir superior</a:t>
            </a:r>
            <a:endParaRPr lang="en-US" altLang="es-ES" sz="2000">
              <a:solidFill>
                <a:schemeClr val="tx1"/>
              </a:solidFill>
            </a:endParaRPr>
          </a:p>
        </p:txBody>
      </p:sp>
      <p:sp>
        <p:nvSpPr>
          <p:cNvPr id="16389" name="Text Box 5">
            <a:extLst>
              <a:ext uri="{FF2B5EF4-FFF2-40B4-BE49-F238E27FC236}">
                <a16:creationId xmlns:a16="http://schemas.microsoft.com/office/drawing/2014/main" id="{786C0639-C785-9C98-83B4-7CF0B32F968C}"/>
              </a:ext>
            </a:extLst>
          </p:cNvPr>
          <p:cNvSpPr txBox="1">
            <a:spLocks noChangeArrowheads="1"/>
          </p:cNvSpPr>
          <p:nvPr/>
        </p:nvSpPr>
        <p:spPr bwMode="auto">
          <a:xfrm>
            <a:off x="425871" y="4959415"/>
            <a:ext cx="8137525" cy="1089025"/>
          </a:xfrm>
          <a:prstGeom prst="rect">
            <a:avLst/>
          </a:prstGeom>
          <a:gradFill rotWithShape="0">
            <a:gsLst>
              <a:gs pos="0">
                <a:srgbClr val="FFFFCC"/>
              </a:gs>
              <a:gs pos="100000">
                <a:srgbClr val="FFFF99"/>
              </a:gs>
            </a:gsLst>
            <a:lin ang="5400000" scaled="1"/>
          </a:gradFill>
          <a:ln w="9525">
            <a:solidFill>
              <a:schemeClr val="tx1"/>
            </a:solidFill>
            <a:miter lim="800000"/>
            <a:headEn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76225" indent="-276225"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80000"/>
              </a:lnSpc>
              <a:spcBef>
                <a:spcPct val="20000"/>
              </a:spcBef>
              <a:buClr>
                <a:schemeClr val="tx1"/>
              </a:buClr>
              <a:buSzPct val="75000"/>
              <a:buFont typeface="Wingdings" panose="05000000000000000000" pitchFamily="2" charset="2"/>
              <a:buChar char="l"/>
            </a:pPr>
            <a:r>
              <a:rPr lang="en-US" altLang="es-ES" sz="2000"/>
              <a:t>Copiar:</a:t>
            </a:r>
            <a:br>
              <a:rPr lang="en-US" altLang="es-ES" sz="2000"/>
            </a:br>
            <a:r>
              <a:rPr lang="en-US" altLang="es-ES" b="1">
                <a:latin typeface="Courier New" panose="02070309020205020404" pitchFamily="49" charset="0"/>
              </a:rPr>
              <a:t>cp </a:t>
            </a:r>
            <a:r>
              <a:rPr lang="en-US" altLang="es-ES" i="1">
                <a:latin typeface="Courier New" panose="02070309020205020404" pitchFamily="49" charset="0"/>
              </a:rPr>
              <a:t>dirorigen/ficheroorig dirfinal/ficherofinal</a:t>
            </a:r>
            <a:br>
              <a:rPr lang="en-US" altLang="es-ES" i="1">
                <a:latin typeface="Courier New" panose="02070309020205020404" pitchFamily="49" charset="0"/>
              </a:rPr>
            </a:br>
            <a:r>
              <a:rPr lang="en-US" altLang="es-ES" b="1">
                <a:latin typeface="Courier New" panose="02070309020205020404" pitchFamily="49" charset="0"/>
              </a:rPr>
              <a:t>cp</a:t>
            </a:r>
            <a:r>
              <a:rPr lang="en-US" altLang="es-ES">
                <a:latin typeface="Courier New" panose="02070309020205020404" pitchFamily="49" charset="0"/>
              </a:rPr>
              <a:t> –r </a:t>
            </a:r>
            <a:r>
              <a:rPr lang="en-US" altLang="es-ES" i="1">
                <a:latin typeface="Courier New" panose="02070309020205020404" pitchFamily="49" charset="0"/>
              </a:rPr>
              <a:t>dirorigen dirfinal</a:t>
            </a:r>
          </a:p>
          <a:p>
            <a:pPr eaLnBrk="1" hangingPunct="1">
              <a:lnSpc>
                <a:spcPct val="80000"/>
              </a:lnSpc>
              <a:spcBef>
                <a:spcPct val="20000"/>
              </a:spcBef>
              <a:buClr>
                <a:schemeClr val="tx1"/>
              </a:buClr>
              <a:buSzPct val="75000"/>
              <a:buFont typeface="Wingdings" panose="05000000000000000000" pitchFamily="2" charset="2"/>
              <a:buNone/>
            </a:pPr>
            <a:endParaRPr lang="en-US" altLang="es-ES" sz="2000" b="1" i="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77236-0F1C-FFE0-ABCF-C70FBB9F7165}"/>
            </a:ext>
          </a:extLst>
        </p:cNvPr>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C9FA422C-E6F9-A1E2-6F67-DB78BA255C08}"/>
              </a:ext>
            </a:extLst>
          </p:cNvPr>
          <p:cNvSpPr>
            <a:spLocks noGrp="1"/>
          </p:cNvSpPr>
          <p:nvPr>
            <p:ph type="ftr" sz="quarter" idx="11"/>
          </p:nvPr>
        </p:nvSpPr>
        <p:spPr/>
        <p:txBody>
          <a:bodyPr/>
          <a:lstStyle/>
          <a:p>
            <a:r>
              <a:rPr lang="es-ES"/>
              <a:t>Juan Marcelo Gutierrez M.</a:t>
            </a:r>
            <a:endParaRPr lang="es-ES" dirty="0"/>
          </a:p>
        </p:txBody>
      </p:sp>
      <p:sp>
        <p:nvSpPr>
          <p:cNvPr id="3" name="Rectangle 3">
            <a:extLst>
              <a:ext uri="{FF2B5EF4-FFF2-40B4-BE49-F238E27FC236}">
                <a16:creationId xmlns:a16="http://schemas.microsoft.com/office/drawing/2014/main" id="{3B4D6BA2-B8D0-B64C-C3A6-0F2591CBDEF9}"/>
              </a:ext>
            </a:extLst>
          </p:cNvPr>
          <p:cNvSpPr txBox="1">
            <a:spLocks noChangeArrowheads="1"/>
          </p:cNvSpPr>
          <p:nvPr/>
        </p:nvSpPr>
        <p:spPr>
          <a:xfrm>
            <a:off x="603504" y="474599"/>
            <a:ext cx="8229600" cy="532765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lumMod val="75000"/>
                    <a:lumOff val="25000"/>
                  </a:schemeClr>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lumMod val="75000"/>
                    <a:lumOff val="25000"/>
                  </a:schemeClr>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lumMod val="75000"/>
                    <a:lumOff val="25000"/>
                  </a:schemeClr>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lumMod val="75000"/>
                    <a:lumOff val="25000"/>
                  </a:schemeClr>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80000"/>
              </a:lnSpc>
              <a:buFontTx/>
              <a:buNone/>
            </a:pPr>
            <a:r>
              <a:rPr lang="es-ES" altLang="es-ES" sz="2400" b="1"/>
              <a:t>ls  -m  </a:t>
            </a:r>
            <a:r>
              <a:rPr lang="es-ES" altLang="es-ES" sz="2400">
                <a:sym typeface="Wingdings" panose="05000000000000000000" pitchFamily="2" charset="2"/>
              </a:rPr>
              <a:t> listar archivos separados por comas.</a:t>
            </a:r>
          </a:p>
          <a:p>
            <a:pPr>
              <a:lnSpc>
                <a:spcPct val="80000"/>
              </a:lnSpc>
              <a:buFontTx/>
              <a:buNone/>
            </a:pPr>
            <a:r>
              <a:rPr lang="es-ES" altLang="es-ES" sz="2400" b="1">
                <a:sym typeface="Wingdings" panose="05000000000000000000" pitchFamily="2" charset="2"/>
              </a:rPr>
              <a:t>ls –x </a:t>
            </a:r>
            <a:r>
              <a:rPr lang="es-ES" altLang="es-ES" sz="2400">
                <a:sym typeface="Wingdings" panose="05000000000000000000" pitchFamily="2" charset="2"/>
              </a:rPr>
              <a:t> Muestra archivos  y directorios ordenados por columnas antes que por filas</a:t>
            </a:r>
          </a:p>
          <a:p>
            <a:pPr>
              <a:lnSpc>
                <a:spcPct val="80000"/>
              </a:lnSpc>
              <a:buFontTx/>
              <a:buNone/>
            </a:pPr>
            <a:r>
              <a:rPr lang="es-ES" altLang="es-ES" sz="2400" b="1">
                <a:sym typeface="Wingdings" panose="05000000000000000000" pitchFamily="2" charset="2"/>
              </a:rPr>
              <a:t>ls –F</a:t>
            </a:r>
            <a:r>
              <a:rPr lang="es-ES" altLang="es-ES" sz="2400">
                <a:sym typeface="Wingdings" panose="05000000000000000000" pitchFamily="2" charset="2"/>
              </a:rPr>
              <a:t>  muesra una diagonal en donde hay directorios después del nombre, un * si el archivo es ejecutable.</a:t>
            </a:r>
          </a:p>
          <a:p>
            <a:pPr>
              <a:lnSpc>
                <a:spcPct val="80000"/>
              </a:lnSpc>
              <a:buFontTx/>
              <a:buNone/>
            </a:pPr>
            <a:r>
              <a:rPr lang="es-ES" altLang="es-ES" sz="2400" b="1">
                <a:sym typeface="Wingdings" panose="05000000000000000000" pitchFamily="2" charset="2"/>
              </a:rPr>
              <a:t>ls –a </a:t>
            </a:r>
            <a:r>
              <a:rPr lang="es-ES" altLang="es-ES" sz="2400">
                <a:sym typeface="Wingdings" panose="05000000000000000000" pitchFamily="2" charset="2"/>
              </a:rPr>
              <a:t> muestra todos los archivos</a:t>
            </a:r>
          </a:p>
          <a:p>
            <a:pPr>
              <a:lnSpc>
                <a:spcPct val="80000"/>
              </a:lnSpc>
              <a:buFontTx/>
              <a:buNone/>
            </a:pPr>
            <a:r>
              <a:rPr lang="es-ES" altLang="es-ES" sz="2400" b="1"/>
              <a:t>ls –l</a:t>
            </a:r>
            <a:r>
              <a:rPr lang="es-ES" altLang="es-ES" sz="2400"/>
              <a:t> </a:t>
            </a:r>
            <a:r>
              <a:rPr lang="es-ES" altLang="es-ES" sz="2400">
                <a:sym typeface="Wingdings" panose="05000000000000000000" pitchFamily="2" charset="2"/>
              </a:rPr>
              <a:t> muestra en formato largo (muestra permisos, número de ligas, usuario propietario, grupo al que pertenece, tamaño del archivo, hora de última modificación, nombre del archivo).</a:t>
            </a:r>
          </a:p>
          <a:p>
            <a:pPr>
              <a:lnSpc>
                <a:spcPct val="80000"/>
              </a:lnSpc>
              <a:buFontTx/>
              <a:buNone/>
            </a:pPr>
            <a:r>
              <a:rPr lang="es-ES" altLang="es-ES" sz="2400" b="1">
                <a:sym typeface="Wingdings" panose="05000000000000000000" pitchFamily="2" charset="2"/>
              </a:rPr>
              <a:t>ls –R </a:t>
            </a:r>
            <a:r>
              <a:rPr lang="es-ES" altLang="es-ES" sz="2400">
                <a:sym typeface="Wingdings" panose="05000000000000000000" pitchFamily="2" charset="2"/>
              </a:rPr>
              <a:t> Busca recursivamente en subdirectorios.</a:t>
            </a:r>
          </a:p>
          <a:p>
            <a:pPr>
              <a:lnSpc>
                <a:spcPct val="80000"/>
              </a:lnSpc>
              <a:buFontTx/>
              <a:buNone/>
            </a:pPr>
            <a:r>
              <a:rPr lang="es-ES" altLang="es-ES" sz="2400" b="1">
                <a:sym typeface="Wingdings" panose="05000000000000000000" pitchFamily="2" charset="2"/>
              </a:rPr>
              <a:t>ls –t</a:t>
            </a:r>
            <a:r>
              <a:rPr lang="es-ES" altLang="es-ES" sz="2400">
                <a:sym typeface="Wingdings" panose="05000000000000000000" pitchFamily="2" charset="2"/>
              </a:rPr>
              <a:t>  los ordena por fecha de última modificación</a:t>
            </a:r>
          </a:p>
          <a:p>
            <a:pPr>
              <a:lnSpc>
                <a:spcPct val="80000"/>
              </a:lnSpc>
            </a:pPr>
            <a:r>
              <a:rPr lang="es-ES" altLang="es-ES" sz="2400"/>
              <a:t>Se pueden usar combinaciones de los mismos, por ejemplo ls –al, ls –alF, </a:t>
            </a:r>
            <a:endParaRPr lang="es-ES" altLang="es-ES" sz="2400" dirty="0"/>
          </a:p>
        </p:txBody>
      </p:sp>
    </p:spTree>
    <p:extLst>
      <p:ext uri="{BB962C8B-B14F-4D97-AF65-F5344CB8AC3E}">
        <p14:creationId xmlns:p14="http://schemas.microsoft.com/office/powerpoint/2010/main" val="19644416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6CE04ED8-9637-E78F-6F27-1AA3DE629078}"/>
              </a:ext>
            </a:extLst>
          </p:cNvPr>
          <p:cNvSpPr>
            <a:spLocks noChangeArrowheads="1"/>
          </p:cNvSpPr>
          <p:nvPr/>
        </p:nvSpPr>
        <p:spPr bwMode="auto">
          <a:xfrm>
            <a:off x="430213" y="1014250"/>
            <a:ext cx="8280400" cy="1584325"/>
          </a:xfrm>
          <a:prstGeom prst="rect">
            <a:avLst/>
          </a:prstGeom>
          <a:solidFill>
            <a:srgbClr val="FFFF99"/>
          </a:solidFill>
          <a:ln w="9525">
            <a:solidFill>
              <a:schemeClr val="tx1"/>
            </a:solidFill>
            <a:miter lim="800000"/>
            <a:headEnd/>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sp>
        <p:nvSpPr>
          <p:cNvPr id="17411" name="Rectangle 3">
            <a:extLst>
              <a:ext uri="{FF2B5EF4-FFF2-40B4-BE49-F238E27FC236}">
                <a16:creationId xmlns:a16="http://schemas.microsoft.com/office/drawing/2014/main" id="{6BBC2B2D-E58E-1258-3805-BDF9DC9A1029}"/>
              </a:ext>
            </a:extLst>
          </p:cNvPr>
          <p:cNvSpPr>
            <a:spLocks noGrp="1" noChangeArrowheads="1"/>
          </p:cNvSpPr>
          <p:nvPr>
            <p:ph type="title"/>
          </p:nvPr>
        </p:nvSpPr>
        <p:spPr>
          <a:xfrm>
            <a:off x="143459" y="159854"/>
            <a:ext cx="7886700" cy="390654"/>
          </a:xfrm>
        </p:spPr>
        <p:txBody>
          <a:bodyPr>
            <a:normAutofit fontScale="90000"/>
          </a:bodyPr>
          <a:lstStyle/>
          <a:p>
            <a:pPr eaLnBrk="1" hangingPunct="1"/>
            <a:r>
              <a:rPr lang="en-US" altLang="es-ES" dirty="0"/>
              <a:t>Más </a:t>
            </a:r>
            <a:r>
              <a:rPr lang="en-US" altLang="es-ES" dirty="0" err="1"/>
              <a:t>comandos</a:t>
            </a:r>
            <a:r>
              <a:rPr lang="en-US" altLang="es-ES" dirty="0"/>
              <a:t> Linux</a:t>
            </a:r>
          </a:p>
        </p:txBody>
      </p:sp>
      <p:sp>
        <p:nvSpPr>
          <p:cNvPr id="17412" name="Rectangle 4">
            <a:extLst>
              <a:ext uri="{FF2B5EF4-FFF2-40B4-BE49-F238E27FC236}">
                <a16:creationId xmlns:a16="http://schemas.microsoft.com/office/drawing/2014/main" id="{83119FE7-783D-717E-51CB-07119C385916}"/>
              </a:ext>
            </a:extLst>
          </p:cNvPr>
          <p:cNvSpPr>
            <a:spLocks noGrp="1" noChangeArrowheads="1"/>
          </p:cNvSpPr>
          <p:nvPr>
            <p:ph type="body" sz="half" idx="1"/>
          </p:nvPr>
        </p:nvSpPr>
        <p:spPr>
          <a:xfrm>
            <a:off x="430213" y="998375"/>
            <a:ext cx="4105275" cy="1528763"/>
          </a:xfrm>
        </p:spPr>
        <p:txBody>
          <a:bodyPr/>
          <a:lstStyle/>
          <a:p>
            <a:pPr eaLnBrk="1" hangingPunct="1">
              <a:lnSpc>
                <a:spcPct val="90000"/>
              </a:lnSpc>
            </a:pPr>
            <a:r>
              <a:rPr lang="en-US" altLang="es-ES" sz="2400" dirty="0"/>
              <a:t>Ver </a:t>
            </a:r>
            <a:r>
              <a:rPr lang="en-US" altLang="es-ES" sz="2400" dirty="0" err="1"/>
              <a:t>qué</a:t>
            </a:r>
            <a:r>
              <a:rPr lang="en-US" altLang="es-ES" sz="2400" dirty="0"/>
              <a:t> hay </a:t>
            </a:r>
            <a:r>
              <a:rPr lang="en-US" altLang="es-ES" sz="2400" dirty="0" err="1"/>
              <a:t>en</a:t>
            </a:r>
            <a:r>
              <a:rPr lang="en-US" altLang="es-ES" sz="2400" dirty="0"/>
              <a:t> un </a:t>
            </a:r>
            <a:r>
              <a:rPr lang="en-US" altLang="es-ES" sz="2400" dirty="0" err="1"/>
              <a:t>fichero</a:t>
            </a:r>
            <a:br>
              <a:rPr lang="en-US" altLang="es-ES" sz="2400" dirty="0"/>
            </a:br>
            <a:r>
              <a:rPr lang="en-US" altLang="es-ES" sz="2400" b="1" dirty="0">
                <a:latin typeface="Courier New" panose="02070309020205020404" pitchFamily="49" charset="0"/>
              </a:rPr>
              <a:t>less</a:t>
            </a:r>
            <a:r>
              <a:rPr lang="en-US" altLang="es-ES" sz="2400" dirty="0">
                <a:latin typeface="Courier New" panose="02070309020205020404" pitchFamily="49" charset="0"/>
              </a:rPr>
              <a:t> </a:t>
            </a:r>
            <a:r>
              <a:rPr lang="en-US" altLang="es-ES" sz="2400" i="1" dirty="0" err="1">
                <a:latin typeface="Courier New" panose="02070309020205020404" pitchFamily="49" charset="0"/>
              </a:rPr>
              <a:t>fichero</a:t>
            </a:r>
            <a:endParaRPr lang="en-US" altLang="es-ES" sz="2400" i="1" dirty="0">
              <a:latin typeface="Courier New" panose="02070309020205020404" pitchFamily="49" charset="0"/>
            </a:endParaRPr>
          </a:p>
          <a:p>
            <a:pPr eaLnBrk="1" hangingPunct="1">
              <a:lnSpc>
                <a:spcPct val="90000"/>
              </a:lnSpc>
            </a:pPr>
            <a:r>
              <a:rPr lang="en-US" altLang="es-ES" sz="2400" dirty="0" err="1"/>
              <a:t>Ayuda</a:t>
            </a:r>
            <a:r>
              <a:rPr lang="en-US" altLang="es-ES" sz="2400" dirty="0"/>
              <a:t> </a:t>
            </a:r>
            <a:r>
              <a:rPr lang="en-US" altLang="es-ES" sz="2400" dirty="0" err="1"/>
              <a:t>sobre</a:t>
            </a:r>
            <a:r>
              <a:rPr lang="en-US" altLang="es-ES" sz="2400" dirty="0"/>
              <a:t> </a:t>
            </a:r>
            <a:r>
              <a:rPr lang="en-US" altLang="es-ES" sz="2400" dirty="0" err="1"/>
              <a:t>comandos</a:t>
            </a:r>
            <a:r>
              <a:rPr lang="en-US" altLang="es-ES" sz="2400" dirty="0"/>
              <a:t>:</a:t>
            </a:r>
            <a:br>
              <a:rPr lang="en-US" altLang="es-ES" sz="2400" dirty="0"/>
            </a:br>
            <a:r>
              <a:rPr lang="en-US" altLang="es-ES" sz="2400" b="1" dirty="0">
                <a:latin typeface="Courier New" panose="02070309020205020404" pitchFamily="49" charset="0"/>
              </a:rPr>
              <a:t>man</a:t>
            </a:r>
            <a:r>
              <a:rPr lang="en-US" altLang="es-ES" sz="2400" dirty="0">
                <a:latin typeface="Courier New" panose="02070309020205020404" pitchFamily="49" charset="0"/>
              </a:rPr>
              <a:t> </a:t>
            </a:r>
            <a:r>
              <a:rPr lang="en-US" altLang="es-ES" sz="2400" dirty="0" err="1">
                <a:latin typeface="Courier New" panose="02070309020205020404" pitchFamily="49" charset="0"/>
              </a:rPr>
              <a:t>comando</a:t>
            </a:r>
            <a:endParaRPr lang="en-US" altLang="es-ES" sz="2400" dirty="0">
              <a:latin typeface="Courier New" panose="02070309020205020404" pitchFamily="49" charset="0"/>
            </a:endParaRPr>
          </a:p>
        </p:txBody>
      </p:sp>
      <p:sp>
        <p:nvSpPr>
          <p:cNvPr id="17413" name="Rectangle 5">
            <a:extLst>
              <a:ext uri="{FF2B5EF4-FFF2-40B4-BE49-F238E27FC236}">
                <a16:creationId xmlns:a16="http://schemas.microsoft.com/office/drawing/2014/main" id="{6B16C75C-8AF4-B6D8-AEAC-ED45B3EC69F4}"/>
              </a:ext>
            </a:extLst>
          </p:cNvPr>
          <p:cNvSpPr>
            <a:spLocks noGrp="1" noChangeArrowheads="1"/>
          </p:cNvSpPr>
          <p:nvPr>
            <p:ph sz="half" idx="2"/>
          </p:nvPr>
        </p:nvSpPr>
        <p:spPr>
          <a:xfrm>
            <a:off x="431800" y="2670013"/>
            <a:ext cx="8280400" cy="3313112"/>
          </a:xfrm>
          <a:solidFill>
            <a:srgbClr val="CCFFFF"/>
          </a:solidFill>
          <a:ln>
            <a:solidFill>
              <a:schemeClr val="tx1"/>
            </a:solidFill>
            <a:miter lim="800000"/>
            <a:headEnd/>
            <a:tailEnd/>
          </a:ln>
        </p:spPr>
        <p:txBody>
          <a:bodyPr>
            <a:normAutofit lnSpcReduction="10000"/>
          </a:bodyPr>
          <a:lstStyle/>
          <a:p>
            <a:pPr algn="ctr" eaLnBrk="1" hangingPunct="1">
              <a:lnSpc>
                <a:spcPct val="90000"/>
              </a:lnSpc>
              <a:buFont typeface="Wingdings" panose="05000000000000000000" pitchFamily="2" charset="2"/>
              <a:buNone/>
            </a:pPr>
            <a:r>
              <a:rPr lang="en-US" altLang="es-ES" sz="2400" b="1" dirty="0">
                <a:solidFill>
                  <a:schemeClr val="tx1"/>
                </a:solidFill>
              </a:rPr>
              <a:t>-- </a:t>
            </a:r>
            <a:r>
              <a:rPr lang="en-US" altLang="es-ES" sz="2400" b="1" dirty="0" err="1">
                <a:solidFill>
                  <a:schemeClr val="tx1"/>
                </a:solidFill>
              </a:rPr>
              <a:t>Compilador</a:t>
            </a:r>
            <a:r>
              <a:rPr lang="en-US" altLang="es-ES" sz="2400" b="1" dirty="0">
                <a:solidFill>
                  <a:schemeClr val="tx1"/>
                </a:solidFill>
              </a:rPr>
              <a:t>/</a:t>
            </a:r>
            <a:r>
              <a:rPr lang="en-US" altLang="es-ES" sz="2400" b="1" dirty="0" err="1">
                <a:solidFill>
                  <a:schemeClr val="tx1"/>
                </a:solidFill>
              </a:rPr>
              <a:t>Linkador</a:t>
            </a:r>
            <a:r>
              <a:rPr lang="en-US" altLang="es-ES" sz="2400" b="1" dirty="0">
                <a:solidFill>
                  <a:schemeClr val="tx1"/>
                </a:solidFill>
              </a:rPr>
              <a:t> C++ --</a:t>
            </a:r>
          </a:p>
          <a:p>
            <a:pPr eaLnBrk="1" hangingPunct="1">
              <a:lnSpc>
                <a:spcPct val="90000"/>
              </a:lnSpc>
            </a:pPr>
            <a:r>
              <a:rPr lang="en-US" altLang="es-ES" sz="2400" dirty="0" err="1"/>
              <a:t>Comando</a:t>
            </a:r>
            <a:r>
              <a:rPr lang="en-US" altLang="es-ES" sz="2400" dirty="0"/>
              <a:t>:</a:t>
            </a:r>
            <a:br>
              <a:rPr lang="en-US" altLang="es-ES" sz="2400" dirty="0"/>
            </a:br>
            <a:r>
              <a:rPr lang="en-US" altLang="es-ES" sz="2400" dirty="0">
                <a:latin typeface="Courier New" panose="02070309020205020404" pitchFamily="49" charset="0"/>
              </a:rPr>
              <a:t>g++</a:t>
            </a:r>
          </a:p>
          <a:p>
            <a:pPr eaLnBrk="1" hangingPunct="1">
              <a:lnSpc>
                <a:spcPct val="90000"/>
              </a:lnSpc>
            </a:pPr>
            <a:r>
              <a:rPr lang="en-US" altLang="es-ES" sz="2400" dirty="0" err="1"/>
              <a:t>Opciones</a:t>
            </a:r>
            <a:r>
              <a:rPr lang="en-US" altLang="es-ES" sz="2400" dirty="0"/>
              <a:t>:</a:t>
            </a:r>
            <a:br>
              <a:rPr lang="en-US" altLang="es-ES" sz="2400" dirty="0"/>
            </a:br>
            <a:r>
              <a:rPr lang="en-US" altLang="es-ES" sz="2400" dirty="0">
                <a:latin typeface="Courier New" panose="02070309020205020404" pitchFamily="49" charset="0"/>
              </a:rPr>
              <a:t>--help</a:t>
            </a:r>
            <a:r>
              <a:rPr lang="en-US" altLang="es-ES" sz="2400" dirty="0"/>
              <a:t>: </a:t>
            </a:r>
            <a:br>
              <a:rPr lang="en-US" altLang="es-ES" sz="2400" dirty="0"/>
            </a:br>
            <a:r>
              <a:rPr lang="en-US" altLang="es-ES" sz="2400" dirty="0">
                <a:latin typeface="Courier New" panose="02070309020205020404" pitchFamily="49" charset="0"/>
              </a:rPr>
              <a:t>-o</a:t>
            </a:r>
            <a:r>
              <a:rPr lang="en-US" altLang="es-ES" sz="2400" dirty="0"/>
              <a:t>: </a:t>
            </a:r>
            <a:r>
              <a:rPr lang="en-US" altLang="es-ES" sz="2400" dirty="0" err="1"/>
              <a:t>fichero</a:t>
            </a:r>
            <a:r>
              <a:rPr lang="en-US" altLang="es-ES" sz="2400" dirty="0"/>
              <a:t> de </a:t>
            </a:r>
            <a:r>
              <a:rPr lang="en-US" altLang="es-ES" sz="2400" dirty="0" err="1"/>
              <a:t>salida</a:t>
            </a:r>
            <a:br>
              <a:rPr lang="en-US" altLang="es-ES" sz="2400" dirty="0"/>
            </a:br>
            <a:r>
              <a:rPr lang="en-US" altLang="es-ES" sz="2400" dirty="0">
                <a:latin typeface="Courier New" panose="02070309020205020404" pitchFamily="49" charset="0"/>
              </a:rPr>
              <a:t>-c</a:t>
            </a:r>
            <a:r>
              <a:rPr lang="en-US" altLang="es-ES" sz="2400" dirty="0"/>
              <a:t>: No </a:t>
            </a:r>
            <a:r>
              <a:rPr lang="en-US" altLang="es-ES" sz="2400" dirty="0" err="1"/>
              <a:t>linkar</a:t>
            </a:r>
            <a:endParaRPr lang="en-US" altLang="es-ES" sz="2400" dirty="0"/>
          </a:p>
          <a:p>
            <a:pPr eaLnBrk="1" hangingPunct="1">
              <a:lnSpc>
                <a:spcPct val="90000"/>
              </a:lnSpc>
            </a:pPr>
            <a:r>
              <a:rPr lang="en-US" altLang="es-ES" sz="2400" dirty="0" err="1"/>
              <a:t>Ejemplo</a:t>
            </a:r>
            <a:r>
              <a:rPr lang="en-US" altLang="es-ES" sz="2400" dirty="0"/>
              <a:t>:</a:t>
            </a:r>
            <a:br>
              <a:rPr lang="en-US" altLang="es-ES" sz="2400" dirty="0"/>
            </a:br>
            <a:r>
              <a:rPr lang="en-US" altLang="es-ES" sz="2400" dirty="0">
                <a:latin typeface="Courier New" panose="02070309020205020404" pitchFamily="49" charset="0"/>
              </a:rPr>
              <a:t>g++ –c –o </a:t>
            </a:r>
            <a:r>
              <a:rPr lang="en-US" altLang="es-ES" sz="2400" dirty="0" err="1">
                <a:latin typeface="Courier New" panose="02070309020205020404" pitchFamily="49" charset="0"/>
              </a:rPr>
              <a:t>fichero.o</a:t>
            </a:r>
            <a:r>
              <a:rPr lang="en-US" altLang="es-ES" sz="2400" dirty="0">
                <a:latin typeface="Courier New" panose="02070309020205020404" pitchFamily="49" charset="0"/>
              </a:rPr>
              <a:t> </a:t>
            </a:r>
            <a:r>
              <a:rPr lang="en-US" altLang="es-ES" sz="2400" dirty="0" err="1">
                <a:latin typeface="Courier New" panose="02070309020205020404" pitchFamily="49" charset="0"/>
              </a:rPr>
              <a:t>fichero.C</a:t>
            </a:r>
            <a:r>
              <a:rPr lang="en-US" altLang="es-ES" sz="2400" dirty="0"/>
              <a:t> </a:t>
            </a:r>
          </a:p>
        </p:txBody>
      </p:sp>
      <p:sp>
        <p:nvSpPr>
          <p:cNvPr id="17414" name="Text Box 6">
            <a:extLst>
              <a:ext uri="{FF2B5EF4-FFF2-40B4-BE49-F238E27FC236}">
                <a16:creationId xmlns:a16="http://schemas.microsoft.com/office/drawing/2014/main" id="{4FB10D8A-7D9C-5AFC-FAD4-5935BE50E52A}"/>
              </a:ext>
            </a:extLst>
          </p:cNvPr>
          <p:cNvSpPr txBox="1">
            <a:spLocks noChangeArrowheads="1"/>
          </p:cNvSpPr>
          <p:nvPr/>
        </p:nvSpPr>
        <p:spPr bwMode="auto">
          <a:xfrm>
            <a:off x="4679950" y="1003138"/>
            <a:ext cx="4067175" cy="147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90000"/>
              </a:lnSpc>
              <a:spcBef>
                <a:spcPct val="20000"/>
              </a:spcBef>
              <a:buClr>
                <a:schemeClr val="tx1"/>
              </a:buClr>
              <a:buSzPct val="75000"/>
              <a:buFont typeface="Wingdings" panose="05000000000000000000" pitchFamily="2" charset="2"/>
              <a:buChar char="l"/>
            </a:pPr>
            <a:r>
              <a:rPr lang="en-US" altLang="es-ES" sz="2400"/>
              <a:t>Ejecutar un programa:</a:t>
            </a:r>
            <a:br>
              <a:rPr lang="en-US" altLang="es-ES" sz="2400"/>
            </a:br>
            <a:r>
              <a:rPr lang="en-US" altLang="es-ES" sz="2400">
                <a:latin typeface="Courier New" panose="02070309020205020404" pitchFamily="49" charset="0"/>
              </a:rPr>
              <a:t>dir/programa</a:t>
            </a:r>
          </a:p>
          <a:p>
            <a:pPr eaLnBrk="1" hangingPunct="1">
              <a:lnSpc>
                <a:spcPct val="90000"/>
              </a:lnSpc>
              <a:spcBef>
                <a:spcPct val="20000"/>
              </a:spcBef>
              <a:buClr>
                <a:schemeClr val="tx1"/>
              </a:buClr>
              <a:buSzPct val="75000"/>
              <a:buFont typeface="Wingdings" panose="05000000000000000000" pitchFamily="2" charset="2"/>
              <a:buChar char="l"/>
            </a:pPr>
            <a:r>
              <a:rPr lang="en-US" altLang="es-ES" sz="2400"/>
              <a:t>Ejecutar un script:</a:t>
            </a:r>
            <a:br>
              <a:rPr lang="en-US" altLang="es-ES" sz="2400"/>
            </a:br>
            <a:r>
              <a:rPr lang="en-US" altLang="es-ES" sz="2400" b="1">
                <a:latin typeface="Courier New" panose="02070309020205020404" pitchFamily="49" charset="0"/>
              </a:rPr>
              <a:t>source</a:t>
            </a:r>
            <a:r>
              <a:rPr lang="en-US" altLang="es-ES" sz="2400">
                <a:latin typeface="Courier New" panose="02070309020205020404" pitchFamily="49" charset="0"/>
              </a:rPr>
              <a:t> script</a:t>
            </a:r>
            <a:endParaRPr lang="en-US" altLang="es-ES" sz="2400" b="1">
              <a:latin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Marcador de número de diapositiva 5">
            <a:extLst>
              <a:ext uri="{FF2B5EF4-FFF2-40B4-BE49-F238E27FC236}">
                <a16:creationId xmlns:a16="http://schemas.microsoft.com/office/drawing/2014/main" id="{4BEE97D9-D820-8912-EFB2-D0A8818BAC33}"/>
              </a:ext>
            </a:extLst>
          </p:cNvPr>
          <p:cNvSpPr>
            <a:spLocks noGrp="1"/>
          </p:cNvSpPr>
          <p:nvPr>
            <p:ph type="sldNum" sz="quarter" idx="12"/>
          </p:nvPr>
        </p:nvSpPr>
        <p:spPr/>
        <p:txBody>
          <a:bodyPr/>
          <a:lstStyle/>
          <a:p>
            <a:fld id="{88F4D3C5-1C14-4DC9-A880-009C5A208D76}" type="slidenum">
              <a:rPr lang="es-ES" altLang="es-ES"/>
              <a:pPr/>
              <a:t>19</a:t>
            </a:fld>
            <a:endParaRPr lang="es-ES" altLang="es-ES">
              <a:solidFill>
                <a:schemeClr val="tx1"/>
              </a:solidFill>
            </a:endParaRPr>
          </a:p>
        </p:txBody>
      </p:sp>
      <p:sp>
        <p:nvSpPr>
          <p:cNvPr id="138242" name="Rectangle 1026">
            <a:extLst>
              <a:ext uri="{FF2B5EF4-FFF2-40B4-BE49-F238E27FC236}">
                <a16:creationId xmlns:a16="http://schemas.microsoft.com/office/drawing/2014/main" id="{7E2C6536-F3CA-D6E1-6228-F0560CD3C171}"/>
              </a:ext>
            </a:extLst>
          </p:cNvPr>
          <p:cNvSpPr>
            <a:spLocks noGrp="1" noChangeArrowheads="1"/>
          </p:cNvSpPr>
          <p:nvPr>
            <p:ph type="title"/>
          </p:nvPr>
        </p:nvSpPr>
        <p:spPr>
          <a:xfrm>
            <a:off x="1143000" y="304800"/>
            <a:ext cx="7772400" cy="990600"/>
          </a:xfrm>
        </p:spPr>
        <p:txBody>
          <a:bodyPr>
            <a:normAutofit/>
          </a:bodyPr>
          <a:lstStyle/>
          <a:p>
            <a:r>
              <a:rPr lang="es-ES_tradnl" altLang="es-ES" sz="8000" baseline="4000" dirty="0">
                <a:solidFill>
                  <a:schemeClr val="folHlink"/>
                </a:solidFill>
                <a:effectLst>
                  <a:outerShdw blurRad="38100" dist="38100" dir="2700000" algn="tl">
                    <a:srgbClr val="000000"/>
                  </a:outerShdw>
                </a:effectLst>
              </a:rPr>
              <a:t>Sistema de ficheros </a:t>
            </a:r>
            <a:endParaRPr lang="es-ES" altLang="es-ES" sz="8000" baseline="4000" dirty="0">
              <a:solidFill>
                <a:schemeClr val="folHlink"/>
              </a:solidFill>
              <a:effectLst>
                <a:outerShdw blurRad="38100" dist="38100" dir="2700000" algn="tl">
                  <a:srgbClr val="000000"/>
                </a:outerShdw>
              </a:effectLst>
            </a:endParaRPr>
          </a:p>
        </p:txBody>
      </p:sp>
      <p:sp>
        <p:nvSpPr>
          <p:cNvPr id="138243" name="Rectangle 1027">
            <a:extLst>
              <a:ext uri="{FF2B5EF4-FFF2-40B4-BE49-F238E27FC236}">
                <a16:creationId xmlns:a16="http://schemas.microsoft.com/office/drawing/2014/main" id="{A5752D7A-B396-0AAF-A8F8-FD8FD7E6AC56}"/>
              </a:ext>
            </a:extLst>
          </p:cNvPr>
          <p:cNvSpPr>
            <a:spLocks noGrp="1" noChangeArrowheads="1"/>
          </p:cNvSpPr>
          <p:nvPr>
            <p:ph type="body" idx="1"/>
          </p:nvPr>
        </p:nvSpPr>
        <p:spPr>
          <a:xfrm>
            <a:off x="1295400" y="2590800"/>
            <a:ext cx="7620000" cy="3810000"/>
          </a:xfrm>
        </p:spPr>
        <p:txBody>
          <a:bodyPr/>
          <a:lstStyle/>
          <a:p>
            <a:pPr algn="just">
              <a:spcBef>
                <a:spcPts val="500"/>
              </a:spcBef>
              <a:spcAft>
                <a:spcPts val="500"/>
              </a:spcAft>
            </a:pPr>
            <a:r>
              <a:rPr lang="es-ES_tradnl" altLang="es-ES" sz="2200" b="1">
                <a:solidFill>
                  <a:schemeClr val="bg1"/>
                </a:solidFill>
              </a:rPr>
              <a:t>El árbol de directorios de UNIX tiene una estructura bastante rígida, que hace fácil la búsqueda de ficheros de configuración, ayuda, etc. cuando hace falta. </a:t>
            </a:r>
          </a:p>
          <a:p>
            <a:endParaRPr lang="es-ES_tradnl" altLang="es-ES" sz="1200">
              <a:solidFill>
                <a:srgbClr val="DDDDDD"/>
              </a:solidFill>
            </a:endParaRPr>
          </a:p>
        </p:txBody>
      </p:sp>
      <p:sp>
        <p:nvSpPr>
          <p:cNvPr id="138247" name="Rectangle 1031">
            <a:extLst>
              <a:ext uri="{FF2B5EF4-FFF2-40B4-BE49-F238E27FC236}">
                <a16:creationId xmlns:a16="http://schemas.microsoft.com/office/drawing/2014/main" id="{897B4174-40A5-762A-B11E-A64D74FADB16}"/>
              </a:ext>
            </a:extLst>
          </p:cNvPr>
          <p:cNvSpPr>
            <a:spLocks noChangeArrowheads="1"/>
          </p:cNvSpPr>
          <p:nvPr/>
        </p:nvSpPr>
        <p:spPr bwMode="auto">
          <a:xfrm>
            <a:off x="1219200" y="1752600"/>
            <a:ext cx="7620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algn="ctr">
              <a:spcBef>
                <a:spcPct val="20000"/>
              </a:spcBef>
            </a:pPr>
            <a:r>
              <a:rPr lang="es-ES_tradnl" altLang="es-ES" sz="5400" baseline="4000">
                <a:solidFill>
                  <a:schemeClr val="folHlink"/>
                </a:solidFill>
                <a:effectLst>
                  <a:outerShdw blurRad="38100" dist="38100" dir="2700000" algn="tl">
                    <a:srgbClr val="000000"/>
                  </a:outerShdw>
                </a:effectLst>
              </a:rPr>
              <a:t>Arbol de directorios</a:t>
            </a:r>
            <a:endParaRPr lang="es-ES_tradnl" altLang="es-ES">
              <a:solidFill>
                <a:srgbClr val="DDDDDD"/>
              </a:solidFill>
            </a:endParaRPr>
          </a:p>
          <a:p>
            <a:pPr lvl="1">
              <a:spcBef>
                <a:spcPct val="20000"/>
              </a:spcBef>
              <a:buFontTx/>
              <a:buChar char="–"/>
            </a:pPr>
            <a:endParaRPr lang="es-ES_tradnl" altLang="es-ES">
              <a:solidFill>
                <a:srgbClr val="DDDDDD"/>
              </a:solidFill>
            </a:endParaRPr>
          </a:p>
        </p:txBody>
      </p:sp>
      <p:pic>
        <p:nvPicPr>
          <p:cNvPr id="138254" name="Picture 1038">
            <a:extLst>
              <a:ext uri="{FF2B5EF4-FFF2-40B4-BE49-F238E27FC236}">
                <a16:creationId xmlns:a16="http://schemas.microsoft.com/office/drawing/2014/main" id="{BDAE8662-158B-8367-9CBA-0935BB8F4F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4191000"/>
            <a:ext cx="7429500" cy="1905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824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3"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Marcador de número de diapositiva 5">
            <a:extLst>
              <a:ext uri="{FF2B5EF4-FFF2-40B4-BE49-F238E27FC236}">
                <a16:creationId xmlns:a16="http://schemas.microsoft.com/office/drawing/2014/main" id="{3AAD5D87-4558-8825-7085-7E6AA41C10C4}"/>
              </a:ext>
            </a:extLst>
          </p:cNvPr>
          <p:cNvSpPr>
            <a:spLocks noGrp="1"/>
          </p:cNvSpPr>
          <p:nvPr>
            <p:ph type="sldNum" sz="quarter" idx="12"/>
          </p:nvPr>
        </p:nvSpPr>
        <p:spPr/>
        <p:txBody>
          <a:bodyPr/>
          <a:lstStyle/>
          <a:p>
            <a:fld id="{841F4C46-2E86-40E5-B827-A32E96E7BED8}" type="slidenum">
              <a:rPr lang="es-ES" altLang="es-ES"/>
              <a:pPr/>
              <a:t>20</a:t>
            </a:fld>
            <a:endParaRPr lang="es-ES" altLang="es-ES">
              <a:solidFill>
                <a:schemeClr val="tx1"/>
              </a:solidFill>
            </a:endParaRPr>
          </a:p>
        </p:txBody>
      </p:sp>
      <p:sp>
        <p:nvSpPr>
          <p:cNvPr id="140291" name="Rectangle 3">
            <a:extLst>
              <a:ext uri="{FF2B5EF4-FFF2-40B4-BE49-F238E27FC236}">
                <a16:creationId xmlns:a16="http://schemas.microsoft.com/office/drawing/2014/main" id="{C83F9A2B-C2CF-C9A4-A207-0C6EABEDDE4A}"/>
              </a:ext>
            </a:extLst>
          </p:cNvPr>
          <p:cNvSpPr>
            <a:spLocks noGrp="1" noChangeArrowheads="1"/>
          </p:cNvSpPr>
          <p:nvPr>
            <p:ph type="body" idx="1"/>
          </p:nvPr>
        </p:nvSpPr>
        <p:spPr>
          <a:xfrm>
            <a:off x="1021080" y="1295400"/>
            <a:ext cx="7620000" cy="1600200"/>
          </a:xfrm>
        </p:spPr>
        <p:txBody>
          <a:bodyPr/>
          <a:lstStyle/>
          <a:p>
            <a:pPr algn="just">
              <a:spcBef>
                <a:spcPct val="0"/>
              </a:spcBef>
            </a:pPr>
            <a:r>
              <a:rPr lang="es-ES_tradnl" altLang="es-ES" sz="2100" b="1" dirty="0">
                <a:solidFill>
                  <a:schemeClr val="tx1"/>
                </a:solidFill>
              </a:rPr>
              <a:t>/</a:t>
            </a:r>
            <a:r>
              <a:rPr lang="es-ES_tradnl" altLang="es-ES" sz="2100" b="1" dirty="0" err="1">
                <a:solidFill>
                  <a:schemeClr val="tx1"/>
                </a:solidFill>
              </a:rPr>
              <a:t>bin</a:t>
            </a:r>
            <a:r>
              <a:rPr lang="es-ES_tradnl" altLang="es-ES" sz="2100" b="1" dirty="0">
                <a:solidFill>
                  <a:schemeClr val="tx1"/>
                </a:solidFill>
              </a:rPr>
              <a:t>: Abreviación de la palabra </a:t>
            </a:r>
            <a:r>
              <a:rPr lang="es-ES_tradnl" altLang="es-ES" sz="2100" b="1" i="1" dirty="0">
                <a:solidFill>
                  <a:schemeClr val="tx1"/>
                </a:solidFill>
              </a:rPr>
              <a:t>binaries</a:t>
            </a:r>
            <a:r>
              <a:rPr lang="es-ES_tradnl" altLang="es-ES" sz="2100" b="1" dirty="0">
                <a:solidFill>
                  <a:schemeClr val="tx1"/>
                </a:solidFill>
              </a:rPr>
              <a:t> (del ingles ejecutables). Aquí se guardan muchos de los programas básicos y esenciales para el funcionamiento del sistema como los comandos </a:t>
            </a:r>
            <a:r>
              <a:rPr lang="es-ES_tradnl" altLang="es-ES" sz="2100" b="1" dirty="0" err="1">
                <a:solidFill>
                  <a:schemeClr val="tx1"/>
                </a:solidFill>
              </a:rPr>
              <a:t>ls</a:t>
            </a:r>
            <a:r>
              <a:rPr lang="es-ES_tradnl" altLang="es-ES" sz="2100" b="1" dirty="0">
                <a:solidFill>
                  <a:schemeClr val="tx1"/>
                </a:solidFill>
              </a:rPr>
              <a:t>, </a:t>
            </a:r>
            <a:r>
              <a:rPr lang="es-ES_tradnl" altLang="es-ES" sz="2100" b="1" dirty="0" err="1">
                <a:solidFill>
                  <a:schemeClr val="tx1"/>
                </a:solidFill>
              </a:rPr>
              <a:t>cp</a:t>
            </a:r>
            <a:r>
              <a:rPr lang="es-ES_tradnl" altLang="es-ES" sz="2100" b="1" dirty="0">
                <a:solidFill>
                  <a:schemeClr val="tx1"/>
                </a:solidFill>
              </a:rPr>
              <a:t>, etc.</a:t>
            </a:r>
            <a:endParaRPr lang="es-ES_tradnl" altLang="es-ES" sz="2100" dirty="0">
              <a:solidFill>
                <a:schemeClr val="tx1"/>
              </a:solidFill>
            </a:endParaRPr>
          </a:p>
        </p:txBody>
      </p:sp>
      <p:sp>
        <p:nvSpPr>
          <p:cNvPr id="140295" name="Rectangle 7">
            <a:extLst>
              <a:ext uri="{FF2B5EF4-FFF2-40B4-BE49-F238E27FC236}">
                <a16:creationId xmlns:a16="http://schemas.microsoft.com/office/drawing/2014/main" id="{D8894AEB-4182-71B8-1884-ADC0FE0E2064}"/>
              </a:ext>
            </a:extLst>
          </p:cNvPr>
          <p:cNvSpPr>
            <a:spLocks noChangeArrowheads="1"/>
          </p:cNvSpPr>
          <p:nvPr/>
        </p:nvSpPr>
        <p:spPr bwMode="auto">
          <a:xfrm>
            <a:off x="944880" y="457200"/>
            <a:ext cx="7620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algn="ctr">
              <a:spcBef>
                <a:spcPct val="20000"/>
              </a:spcBef>
            </a:pPr>
            <a:r>
              <a:rPr lang="es-ES_tradnl" altLang="es-ES" sz="5400" baseline="4000" dirty="0">
                <a:solidFill>
                  <a:schemeClr val="folHlink"/>
                </a:solidFill>
                <a:effectLst>
                  <a:outerShdw blurRad="38100" dist="38100" dir="2700000" algn="tl">
                    <a:srgbClr val="000000"/>
                  </a:outerShdw>
                </a:effectLst>
              </a:rPr>
              <a:t>Directorio /</a:t>
            </a:r>
            <a:r>
              <a:rPr lang="es-ES_tradnl" altLang="es-ES" sz="5400" baseline="4000" dirty="0" err="1">
                <a:solidFill>
                  <a:schemeClr val="folHlink"/>
                </a:solidFill>
                <a:effectLst>
                  <a:outerShdw blurRad="38100" dist="38100" dir="2700000" algn="tl">
                    <a:srgbClr val="000000"/>
                  </a:outerShdw>
                </a:effectLst>
              </a:rPr>
              <a:t>bin</a:t>
            </a:r>
            <a:endParaRPr lang="es-ES_tradnl" altLang="es-ES" dirty="0">
              <a:solidFill>
                <a:srgbClr val="DDDDDD"/>
              </a:solidFill>
            </a:endParaRPr>
          </a:p>
          <a:p>
            <a:pPr lvl="1">
              <a:spcBef>
                <a:spcPct val="20000"/>
              </a:spcBef>
              <a:buFontTx/>
              <a:buChar char="–"/>
            </a:pPr>
            <a:endParaRPr lang="es-ES_tradnl" altLang="es-ES" dirty="0">
              <a:solidFill>
                <a:srgbClr val="DDDDDD"/>
              </a:solidFill>
            </a:endParaRPr>
          </a:p>
        </p:txBody>
      </p:sp>
      <p:sp>
        <p:nvSpPr>
          <p:cNvPr id="140296" name="Rectangle 8">
            <a:extLst>
              <a:ext uri="{FF2B5EF4-FFF2-40B4-BE49-F238E27FC236}">
                <a16:creationId xmlns:a16="http://schemas.microsoft.com/office/drawing/2014/main" id="{0BCC572D-489C-5749-1661-C96251CEC008}"/>
              </a:ext>
            </a:extLst>
          </p:cNvPr>
          <p:cNvSpPr>
            <a:spLocks noChangeArrowheads="1"/>
          </p:cNvSpPr>
          <p:nvPr/>
        </p:nvSpPr>
        <p:spPr bwMode="auto">
          <a:xfrm>
            <a:off x="1021080" y="3048000"/>
            <a:ext cx="7620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algn="ctr">
              <a:spcBef>
                <a:spcPct val="20000"/>
              </a:spcBef>
            </a:pPr>
            <a:r>
              <a:rPr lang="es-ES_tradnl" altLang="es-ES" sz="5400" baseline="4000">
                <a:solidFill>
                  <a:schemeClr val="folHlink"/>
                </a:solidFill>
                <a:effectLst>
                  <a:outerShdw blurRad="38100" dist="38100" dir="2700000" algn="tl">
                    <a:srgbClr val="000000"/>
                  </a:outerShdw>
                </a:effectLst>
              </a:rPr>
              <a:t>Directorio /boot</a:t>
            </a:r>
            <a:endParaRPr lang="es-ES_tradnl" altLang="es-ES">
              <a:solidFill>
                <a:srgbClr val="DDDDDD"/>
              </a:solidFill>
            </a:endParaRPr>
          </a:p>
          <a:p>
            <a:pPr lvl="1">
              <a:spcBef>
                <a:spcPct val="20000"/>
              </a:spcBef>
              <a:buFontTx/>
              <a:buChar char="–"/>
            </a:pPr>
            <a:endParaRPr lang="es-ES_tradnl" altLang="es-ES">
              <a:solidFill>
                <a:srgbClr val="DDDDDD"/>
              </a:solidFill>
            </a:endParaRPr>
          </a:p>
        </p:txBody>
      </p:sp>
      <p:sp>
        <p:nvSpPr>
          <p:cNvPr id="140297" name="Rectangle 9">
            <a:extLst>
              <a:ext uri="{FF2B5EF4-FFF2-40B4-BE49-F238E27FC236}">
                <a16:creationId xmlns:a16="http://schemas.microsoft.com/office/drawing/2014/main" id="{FC1805A8-3640-5A24-FC97-78E2CAFDF1EB}"/>
              </a:ext>
            </a:extLst>
          </p:cNvPr>
          <p:cNvSpPr>
            <a:spLocks noChangeArrowheads="1"/>
          </p:cNvSpPr>
          <p:nvPr/>
        </p:nvSpPr>
        <p:spPr bwMode="auto">
          <a:xfrm>
            <a:off x="1021080" y="3886200"/>
            <a:ext cx="76200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fontAlgn="base">
              <a:spcBef>
                <a:spcPct val="20000"/>
              </a:spcBef>
              <a:spcAft>
                <a:spcPct val="0"/>
              </a:spcAft>
              <a:buChar char="»"/>
              <a:defRPr sz="2000">
                <a:solidFill>
                  <a:schemeClr val="tx1"/>
                </a:solidFill>
                <a:latin typeface="Times New Roman" panose="02020603050405020304" pitchFamily="18" charset="0"/>
              </a:defRPr>
            </a:lvl6pPr>
            <a:lvl7pPr marL="2971800" indent="-228600" fontAlgn="base">
              <a:spcBef>
                <a:spcPct val="20000"/>
              </a:spcBef>
              <a:spcAft>
                <a:spcPct val="0"/>
              </a:spcAft>
              <a:buChar char="»"/>
              <a:defRPr sz="2000">
                <a:solidFill>
                  <a:schemeClr val="tx1"/>
                </a:solidFill>
                <a:latin typeface="Times New Roman" panose="02020603050405020304" pitchFamily="18" charset="0"/>
              </a:defRPr>
            </a:lvl7pPr>
            <a:lvl8pPr marL="3429000" indent="-228600" fontAlgn="base">
              <a:spcBef>
                <a:spcPct val="20000"/>
              </a:spcBef>
              <a:spcAft>
                <a:spcPct val="0"/>
              </a:spcAft>
              <a:buChar char="»"/>
              <a:defRPr sz="2000">
                <a:solidFill>
                  <a:schemeClr val="tx1"/>
                </a:solidFill>
                <a:latin typeface="Times New Roman" panose="02020603050405020304" pitchFamily="18" charset="0"/>
              </a:defRPr>
            </a:lvl8pPr>
            <a:lvl9pPr marL="3886200" indent="-228600" fontAlgn="base">
              <a:spcBef>
                <a:spcPct val="20000"/>
              </a:spcBef>
              <a:spcAft>
                <a:spcPct val="0"/>
              </a:spcAft>
              <a:buChar char="»"/>
              <a:defRPr sz="2000">
                <a:solidFill>
                  <a:schemeClr val="tx1"/>
                </a:solidFill>
                <a:latin typeface="Times New Roman" panose="02020603050405020304" pitchFamily="18" charset="0"/>
              </a:defRPr>
            </a:lvl9pPr>
          </a:lstStyle>
          <a:p>
            <a:pPr>
              <a:spcBef>
                <a:spcPct val="0"/>
              </a:spcBef>
            </a:pPr>
            <a:r>
              <a:rPr lang="es-ES_tradnl" altLang="es-ES" sz="2100" b="1" dirty="0"/>
              <a:t>/</a:t>
            </a:r>
            <a:r>
              <a:rPr lang="es-ES_tradnl" altLang="es-ES" sz="2100" b="1" dirty="0" err="1"/>
              <a:t>boot</a:t>
            </a:r>
            <a:r>
              <a:rPr lang="es-ES_tradnl" altLang="es-ES" sz="2100" b="1" dirty="0"/>
              <a:t>: En este directorio se encuentran los ficheros del núcleo del sistema, los que ejecuta al arrancar.</a:t>
            </a:r>
            <a:endParaRPr lang="es-ES_tradnl" altLang="es-ES" sz="12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02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4029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autoUpdateAnimBg="0"/>
      <p:bldP spid="140297"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Marcador de número de diapositiva 5">
            <a:extLst>
              <a:ext uri="{FF2B5EF4-FFF2-40B4-BE49-F238E27FC236}">
                <a16:creationId xmlns:a16="http://schemas.microsoft.com/office/drawing/2014/main" id="{53F59521-4A97-0D15-D73B-F668107C4096}"/>
              </a:ext>
            </a:extLst>
          </p:cNvPr>
          <p:cNvSpPr>
            <a:spLocks noGrp="1"/>
          </p:cNvSpPr>
          <p:nvPr>
            <p:ph type="sldNum" sz="quarter" idx="12"/>
          </p:nvPr>
        </p:nvSpPr>
        <p:spPr/>
        <p:txBody>
          <a:bodyPr/>
          <a:lstStyle/>
          <a:p>
            <a:fld id="{8D5822E1-BFBC-4911-9DF4-886E83FDBC69}" type="slidenum">
              <a:rPr lang="es-ES" altLang="es-ES"/>
              <a:pPr/>
              <a:t>21</a:t>
            </a:fld>
            <a:endParaRPr lang="es-ES" altLang="es-ES">
              <a:solidFill>
                <a:schemeClr val="tx1"/>
              </a:solidFill>
            </a:endParaRPr>
          </a:p>
        </p:txBody>
      </p:sp>
      <p:sp>
        <p:nvSpPr>
          <p:cNvPr id="146435" name="Rectangle 3">
            <a:extLst>
              <a:ext uri="{FF2B5EF4-FFF2-40B4-BE49-F238E27FC236}">
                <a16:creationId xmlns:a16="http://schemas.microsoft.com/office/drawing/2014/main" id="{B139AAB3-E7BD-FAEF-5B0C-6647B82FB7EA}"/>
              </a:ext>
            </a:extLst>
          </p:cNvPr>
          <p:cNvSpPr>
            <a:spLocks noGrp="1" noChangeArrowheads="1"/>
          </p:cNvSpPr>
          <p:nvPr>
            <p:ph type="body" idx="1"/>
          </p:nvPr>
        </p:nvSpPr>
        <p:spPr>
          <a:xfrm>
            <a:off x="1112520" y="1703832"/>
            <a:ext cx="7620000" cy="1600200"/>
          </a:xfrm>
        </p:spPr>
        <p:txBody>
          <a:bodyPr/>
          <a:lstStyle/>
          <a:p>
            <a:pPr algn="just">
              <a:spcBef>
                <a:spcPct val="0"/>
              </a:spcBef>
            </a:pPr>
            <a:r>
              <a:rPr lang="es-ES_tradnl" altLang="es-ES" sz="2100" b="1" dirty="0">
                <a:solidFill>
                  <a:schemeClr val="tx1"/>
                </a:solidFill>
              </a:rPr>
              <a:t>/</a:t>
            </a:r>
            <a:r>
              <a:rPr lang="es-ES_tradnl" altLang="es-ES" sz="2100" b="1" dirty="0" err="1">
                <a:solidFill>
                  <a:schemeClr val="tx1"/>
                </a:solidFill>
              </a:rPr>
              <a:t>dev</a:t>
            </a:r>
            <a:r>
              <a:rPr lang="es-ES_tradnl" altLang="es-ES" sz="2100" b="1" dirty="0">
                <a:solidFill>
                  <a:schemeClr val="tx1"/>
                </a:solidFill>
              </a:rPr>
              <a:t>: Viene del ingles </a:t>
            </a:r>
            <a:r>
              <a:rPr lang="es-ES_tradnl" altLang="es-ES" sz="2100" b="1" i="1" dirty="0" err="1">
                <a:solidFill>
                  <a:schemeClr val="tx1"/>
                </a:solidFill>
              </a:rPr>
              <a:t>device</a:t>
            </a:r>
            <a:r>
              <a:rPr lang="es-ES_tradnl" altLang="es-ES" sz="2100" b="1" dirty="0">
                <a:solidFill>
                  <a:schemeClr val="tx1"/>
                </a:solidFill>
              </a:rPr>
              <a:t> (dispositivo). Este directorio contiene ficheros que representan los dispositivos del sistema. Estos ficheros son fundamentales para que el sistema funcione correctamente. </a:t>
            </a:r>
          </a:p>
          <a:p>
            <a:endParaRPr lang="es-ES_tradnl" altLang="es-ES" sz="1200" dirty="0">
              <a:solidFill>
                <a:schemeClr val="tx1"/>
              </a:solidFill>
            </a:endParaRPr>
          </a:p>
        </p:txBody>
      </p:sp>
      <p:sp>
        <p:nvSpPr>
          <p:cNvPr id="146439" name="Rectangle 7">
            <a:extLst>
              <a:ext uri="{FF2B5EF4-FFF2-40B4-BE49-F238E27FC236}">
                <a16:creationId xmlns:a16="http://schemas.microsoft.com/office/drawing/2014/main" id="{E5771EB4-9934-4F6F-F076-BABD6F9A8C66}"/>
              </a:ext>
            </a:extLst>
          </p:cNvPr>
          <p:cNvSpPr>
            <a:spLocks noChangeArrowheads="1"/>
          </p:cNvSpPr>
          <p:nvPr/>
        </p:nvSpPr>
        <p:spPr bwMode="auto">
          <a:xfrm>
            <a:off x="1036320" y="865632"/>
            <a:ext cx="7620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algn="ctr">
              <a:spcBef>
                <a:spcPct val="20000"/>
              </a:spcBef>
            </a:pPr>
            <a:r>
              <a:rPr lang="es-ES_tradnl" altLang="es-ES" sz="5400" baseline="4000" dirty="0">
                <a:solidFill>
                  <a:schemeClr val="folHlink"/>
                </a:solidFill>
                <a:effectLst>
                  <a:outerShdw blurRad="38100" dist="38100" dir="2700000" algn="tl">
                    <a:srgbClr val="000000"/>
                  </a:outerShdw>
                </a:effectLst>
              </a:rPr>
              <a:t>Directorio /</a:t>
            </a:r>
            <a:r>
              <a:rPr lang="es-ES_tradnl" altLang="es-ES" sz="5400" baseline="4000" dirty="0" err="1">
                <a:solidFill>
                  <a:schemeClr val="folHlink"/>
                </a:solidFill>
                <a:effectLst>
                  <a:outerShdw blurRad="38100" dist="38100" dir="2700000" algn="tl">
                    <a:srgbClr val="000000"/>
                  </a:outerShdw>
                </a:effectLst>
              </a:rPr>
              <a:t>dev</a:t>
            </a:r>
            <a:endParaRPr lang="es-ES_tradnl" altLang="es-ES" dirty="0">
              <a:solidFill>
                <a:srgbClr val="DDDDDD"/>
              </a:solidFill>
            </a:endParaRPr>
          </a:p>
          <a:p>
            <a:pPr lvl="1">
              <a:spcBef>
                <a:spcPct val="20000"/>
              </a:spcBef>
              <a:buFontTx/>
              <a:buChar char="–"/>
            </a:pPr>
            <a:endParaRPr lang="es-ES_tradnl" altLang="es-ES" dirty="0">
              <a:solidFill>
                <a:srgbClr val="DDDDDD"/>
              </a:solidFill>
            </a:endParaRPr>
          </a:p>
        </p:txBody>
      </p:sp>
      <p:sp>
        <p:nvSpPr>
          <p:cNvPr id="146440" name="Rectangle 8">
            <a:extLst>
              <a:ext uri="{FF2B5EF4-FFF2-40B4-BE49-F238E27FC236}">
                <a16:creationId xmlns:a16="http://schemas.microsoft.com/office/drawing/2014/main" id="{EED880E0-3A24-27DA-8799-97635C78B127}"/>
              </a:ext>
            </a:extLst>
          </p:cNvPr>
          <p:cNvSpPr>
            <a:spLocks noChangeArrowheads="1"/>
          </p:cNvSpPr>
          <p:nvPr/>
        </p:nvSpPr>
        <p:spPr bwMode="auto">
          <a:xfrm>
            <a:off x="1112520" y="3304032"/>
            <a:ext cx="7620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algn="ctr">
              <a:spcBef>
                <a:spcPct val="20000"/>
              </a:spcBef>
            </a:pPr>
            <a:r>
              <a:rPr lang="es-ES_tradnl" altLang="es-ES" sz="5400" baseline="4000">
                <a:solidFill>
                  <a:schemeClr val="folHlink"/>
                </a:solidFill>
                <a:effectLst>
                  <a:outerShdw blurRad="38100" dist="38100" dir="2700000" algn="tl">
                    <a:srgbClr val="000000"/>
                  </a:outerShdw>
                </a:effectLst>
              </a:rPr>
              <a:t>Directorio /etc</a:t>
            </a:r>
            <a:endParaRPr lang="es-ES_tradnl" altLang="es-ES">
              <a:solidFill>
                <a:srgbClr val="DDDDDD"/>
              </a:solidFill>
            </a:endParaRPr>
          </a:p>
          <a:p>
            <a:pPr lvl="1">
              <a:spcBef>
                <a:spcPct val="20000"/>
              </a:spcBef>
              <a:buFontTx/>
              <a:buChar char="–"/>
            </a:pPr>
            <a:endParaRPr lang="es-ES_tradnl" altLang="es-ES">
              <a:solidFill>
                <a:srgbClr val="DDDDDD"/>
              </a:solidFill>
            </a:endParaRPr>
          </a:p>
        </p:txBody>
      </p:sp>
      <p:sp>
        <p:nvSpPr>
          <p:cNvPr id="146441" name="Rectangle 9">
            <a:extLst>
              <a:ext uri="{FF2B5EF4-FFF2-40B4-BE49-F238E27FC236}">
                <a16:creationId xmlns:a16="http://schemas.microsoft.com/office/drawing/2014/main" id="{D14078EB-BB8D-7F31-BA4D-140192A76B2D}"/>
              </a:ext>
            </a:extLst>
          </p:cNvPr>
          <p:cNvSpPr>
            <a:spLocks noChangeArrowheads="1"/>
          </p:cNvSpPr>
          <p:nvPr/>
        </p:nvSpPr>
        <p:spPr bwMode="auto">
          <a:xfrm>
            <a:off x="1112520" y="4066032"/>
            <a:ext cx="76200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fontAlgn="base">
              <a:spcBef>
                <a:spcPct val="20000"/>
              </a:spcBef>
              <a:spcAft>
                <a:spcPct val="0"/>
              </a:spcAft>
              <a:buChar char="»"/>
              <a:defRPr sz="2000">
                <a:solidFill>
                  <a:schemeClr val="tx1"/>
                </a:solidFill>
                <a:latin typeface="Times New Roman" panose="02020603050405020304" pitchFamily="18" charset="0"/>
              </a:defRPr>
            </a:lvl6pPr>
            <a:lvl7pPr marL="2971800" indent="-228600" fontAlgn="base">
              <a:spcBef>
                <a:spcPct val="20000"/>
              </a:spcBef>
              <a:spcAft>
                <a:spcPct val="0"/>
              </a:spcAft>
              <a:buChar char="»"/>
              <a:defRPr sz="2000">
                <a:solidFill>
                  <a:schemeClr val="tx1"/>
                </a:solidFill>
                <a:latin typeface="Times New Roman" panose="02020603050405020304" pitchFamily="18" charset="0"/>
              </a:defRPr>
            </a:lvl7pPr>
            <a:lvl8pPr marL="3429000" indent="-228600" fontAlgn="base">
              <a:spcBef>
                <a:spcPct val="20000"/>
              </a:spcBef>
              <a:spcAft>
                <a:spcPct val="0"/>
              </a:spcAft>
              <a:buChar char="»"/>
              <a:defRPr sz="2000">
                <a:solidFill>
                  <a:schemeClr val="tx1"/>
                </a:solidFill>
                <a:latin typeface="Times New Roman" panose="02020603050405020304" pitchFamily="18" charset="0"/>
              </a:defRPr>
            </a:lvl8pPr>
            <a:lvl9pPr marL="3886200" indent="-228600" fontAlgn="base">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pPr>
            <a:r>
              <a:rPr lang="es-ES_tradnl" altLang="es-ES" sz="2100" b="1" dirty="0"/>
              <a:t>/</a:t>
            </a:r>
            <a:r>
              <a:rPr lang="es-ES_tradnl" altLang="es-ES" sz="2100" b="1" dirty="0" err="1"/>
              <a:t>etc</a:t>
            </a:r>
            <a:r>
              <a:rPr lang="es-ES_tradnl" altLang="es-ES" sz="2100" b="1" dirty="0"/>
              <a:t>: Aquí se encuentran ficheros relativos a la configuración local del sistema, y de los programas, por ejemplo: /</a:t>
            </a:r>
            <a:r>
              <a:rPr lang="es-ES_tradnl" altLang="es-ES" sz="2100" b="1" dirty="0" err="1"/>
              <a:t>etc</a:t>
            </a:r>
            <a:r>
              <a:rPr lang="es-ES_tradnl" altLang="es-ES" sz="2100" b="1" dirty="0"/>
              <a:t>/</a:t>
            </a:r>
            <a:r>
              <a:rPr lang="es-ES_tradnl" altLang="es-ES" sz="2100" b="1" dirty="0" err="1"/>
              <a:t>passwd</a:t>
            </a:r>
            <a:r>
              <a:rPr lang="es-ES_tradnl" altLang="es-ES" sz="2100" b="1" dirty="0"/>
              <a:t> guarda información de cada uno de los usuarios</a:t>
            </a:r>
            <a:endParaRPr lang="es-ES_tradnl" altLang="es-ES" sz="12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64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4644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5" grpId="0" build="p" autoUpdateAnimBg="0"/>
      <p:bldP spid="146441"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Marcador de número de diapositiva 5">
            <a:extLst>
              <a:ext uri="{FF2B5EF4-FFF2-40B4-BE49-F238E27FC236}">
                <a16:creationId xmlns:a16="http://schemas.microsoft.com/office/drawing/2014/main" id="{282B697A-CF1C-579D-1DF8-44203151CE66}"/>
              </a:ext>
            </a:extLst>
          </p:cNvPr>
          <p:cNvSpPr>
            <a:spLocks noGrp="1"/>
          </p:cNvSpPr>
          <p:nvPr>
            <p:ph type="sldNum" sz="quarter" idx="12"/>
          </p:nvPr>
        </p:nvSpPr>
        <p:spPr/>
        <p:txBody>
          <a:bodyPr/>
          <a:lstStyle/>
          <a:p>
            <a:fld id="{628B5337-2015-48F8-8352-F41B38496A36}" type="slidenum">
              <a:rPr lang="es-ES" altLang="es-ES"/>
              <a:pPr/>
              <a:t>22</a:t>
            </a:fld>
            <a:endParaRPr lang="es-ES" altLang="es-ES">
              <a:solidFill>
                <a:schemeClr val="tx1"/>
              </a:solidFill>
            </a:endParaRPr>
          </a:p>
        </p:txBody>
      </p:sp>
      <p:sp>
        <p:nvSpPr>
          <p:cNvPr id="148483" name="Rectangle 3">
            <a:extLst>
              <a:ext uri="{FF2B5EF4-FFF2-40B4-BE49-F238E27FC236}">
                <a16:creationId xmlns:a16="http://schemas.microsoft.com/office/drawing/2014/main" id="{C9EF072D-4B5A-EEB4-CBD3-5128E31F01AB}"/>
              </a:ext>
            </a:extLst>
          </p:cNvPr>
          <p:cNvSpPr>
            <a:spLocks noGrp="1" noChangeArrowheads="1"/>
          </p:cNvSpPr>
          <p:nvPr>
            <p:ph type="body" idx="1"/>
          </p:nvPr>
        </p:nvSpPr>
        <p:spPr>
          <a:xfrm>
            <a:off x="1011936" y="1658112"/>
            <a:ext cx="7620000" cy="1600200"/>
          </a:xfrm>
        </p:spPr>
        <p:txBody>
          <a:bodyPr/>
          <a:lstStyle/>
          <a:p>
            <a:pPr algn="just"/>
            <a:r>
              <a:rPr lang="es-ES_tradnl" altLang="es-ES" sz="2100" b="1" dirty="0">
                <a:solidFill>
                  <a:schemeClr val="tx1"/>
                </a:solidFill>
              </a:rPr>
              <a:t>/home: De este directorio cuelgan los </a:t>
            </a:r>
            <a:r>
              <a:rPr lang="es-ES_tradnl" altLang="es-ES" sz="2100" b="1" dirty="0" err="1">
                <a:solidFill>
                  <a:schemeClr val="tx1"/>
                </a:solidFill>
              </a:rPr>
              <a:t>los</a:t>
            </a:r>
            <a:r>
              <a:rPr lang="es-ES_tradnl" altLang="es-ES" sz="2100" b="1" dirty="0">
                <a:solidFill>
                  <a:schemeClr val="tx1"/>
                </a:solidFill>
              </a:rPr>
              <a:t> directorios de inicio (</a:t>
            </a:r>
            <a:r>
              <a:rPr lang="es-ES_tradnl" altLang="es-ES" sz="2100" b="1" i="1" dirty="0">
                <a:solidFill>
                  <a:schemeClr val="tx1"/>
                </a:solidFill>
              </a:rPr>
              <a:t>home </a:t>
            </a:r>
            <a:r>
              <a:rPr lang="es-ES_tradnl" altLang="es-ES" sz="2100" b="1" i="1" dirty="0" err="1">
                <a:solidFill>
                  <a:schemeClr val="tx1"/>
                </a:solidFill>
              </a:rPr>
              <a:t>directory</a:t>
            </a:r>
            <a:r>
              <a:rPr lang="es-ES_tradnl" altLang="es-ES" sz="2100" b="1" dirty="0">
                <a:solidFill>
                  <a:schemeClr val="tx1"/>
                </a:solidFill>
              </a:rPr>
              <a:t>) de los usuarios “normales” (todos excepto el </a:t>
            </a:r>
            <a:r>
              <a:rPr lang="es-ES_tradnl" altLang="es-ES" sz="2100" b="1" dirty="0" err="1">
                <a:solidFill>
                  <a:schemeClr val="tx1"/>
                </a:solidFill>
              </a:rPr>
              <a:t>root</a:t>
            </a:r>
            <a:r>
              <a:rPr lang="es-ES_tradnl" altLang="es-ES" sz="2100" b="1" dirty="0">
                <a:solidFill>
                  <a:schemeClr val="tx1"/>
                </a:solidFill>
              </a:rPr>
              <a:t> y las cuentas que no pertenecen a un usuario real). </a:t>
            </a:r>
          </a:p>
        </p:txBody>
      </p:sp>
      <p:sp>
        <p:nvSpPr>
          <p:cNvPr id="148487" name="Rectangle 7">
            <a:extLst>
              <a:ext uri="{FF2B5EF4-FFF2-40B4-BE49-F238E27FC236}">
                <a16:creationId xmlns:a16="http://schemas.microsoft.com/office/drawing/2014/main" id="{A4549ADE-CA12-4640-3786-7CFA1669868E}"/>
              </a:ext>
            </a:extLst>
          </p:cNvPr>
          <p:cNvSpPr>
            <a:spLocks noChangeArrowheads="1"/>
          </p:cNvSpPr>
          <p:nvPr/>
        </p:nvSpPr>
        <p:spPr bwMode="auto">
          <a:xfrm>
            <a:off x="935736" y="819912"/>
            <a:ext cx="7620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algn="ctr">
              <a:spcBef>
                <a:spcPct val="20000"/>
              </a:spcBef>
            </a:pPr>
            <a:r>
              <a:rPr lang="es-ES_tradnl" altLang="es-ES" sz="5400" baseline="4000" dirty="0">
                <a:solidFill>
                  <a:schemeClr val="folHlink"/>
                </a:solidFill>
                <a:effectLst>
                  <a:outerShdw blurRad="38100" dist="38100" dir="2700000" algn="tl">
                    <a:srgbClr val="000000"/>
                  </a:outerShdw>
                </a:effectLst>
              </a:rPr>
              <a:t>Directorio /home</a:t>
            </a:r>
            <a:endParaRPr lang="es-ES_tradnl" altLang="es-ES" dirty="0">
              <a:solidFill>
                <a:srgbClr val="DDDDDD"/>
              </a:solidFill>
            </a:endParaRPr>
          </a:p>
          <a:p>
            <a:pPr lvl="1">
              <a:spcBef>
                <a:spcPct val="20000"/>
              </a:spcBef>
              <a:buFontTx/>
              <a:buChar char="–"/>
            </a:pPr>
            <a:endParaRPr lang="es-ES_tradnl" altLang="es-ES" dirty="0">
              <a:solidFill>
                <a:srgbClr val="DDDDDD"/>
              </a:solidFill>
            </a:endParaRPr>
          </a:p>
        </p:txBody>
      </p:sp>
      <p:sp>
        <p:nvSpPr>
          <p:cNvPr id="148488" name="Rectangle 8">
            <a:extLst>
              <a:ext uri="{FF2B5EF4-FFF2-40B4-BE49-F238E27FC236}">
                <a16:creationId xmlns:a16="http://schemas.microsoft.com/office/drawing/2014/main" id="{B9539A72-17EC-4514-2269-E8A83BAAFDD4}"/>
              </a:ext>
            </a:extLst>
          </p:cNvPr>
          <p:cNvSpPr>
            <a:spLocks noChangeArrowheads="1"/>
          </p:cNvSpPr>
          <p:nvPr/>
        </p:nvSpPr>
        <p:spPr bwMode="auto">
          <a:xfrm>
            <a:off x="1011936" y="3105912"/>
            <a:ext cx="7620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algn="ctr">
              <a:spcBef>
                <a:spcPct val="20000"/>
              </a:spcBef>
            </a:pPr>
            <a:r>
              <a:rPr lang="es-ES_tradnl" altLang="es-ES" sz="5400" baseline="4000">
                <a:solidFill>
                  <a:schemeClr val="folHlink"/>
                </a:solidFill>
                <a:effectLst>
                  <a:outerShdw blurRad="38100" dist="38100" dir="2700000" algn="tl">
                    <a:srgbClr val="000000"/>
                  </a:outerShdw>
                </a:effectLst>
              </a:rPr>
              <a:t>Directorio /lib</a:t>
            </a:r>
            <a:endParaRPr lang="es-ES_tradnl" altLang="es-ES">
              <a:solidFill>
                <a:srgbClr val="DDDDDD"/>
              </a:solidFill>
            </a:endParaRPr>
          </a:p>
          <a:p>
            <a:pPr lvl="1">
              <a:spcBef>
                <a:spcPct val="20000"/>
              </a:spcBef>
              <a:buFontTx/>
              <a:buChar char="–"/>
            </a:pPr>
            <a:endParaRPr lang="es-ES_tradnl" altLang="es-ES">
              <a:solidFill>
                <a:srgbClr val="DDDDDD"/>
              </a:solidFill>
            </a:endParaRPr>
          </a:p>
        </p:txBody>
      </p:sp>
      <p:sp>
        <p:nvSpPr>
          <p:cNvPr id="148489" name="Rectangle 9">
            <a:extLst>
              <a:ext uri="{FF2B5EF4-FFF2-40B4-BE49-F238E27FC236}">
                <a16:creationId xmlns:a16="http://schemas.microsoft.com/office/drawing/2014/main" id="{5BEBCBDA-BE20-9519-4B4E-D6703B87C939}"/>
              </a:ext>
            </a:extLst>
          </p:cNvPr>
          <p:cNvSpPr>
            <a:spLocks noChangeArrowheads="1"/>
          </p:cNvSpPr>
          <p:nvPr/>
        </p:nvSpPr>
        <p:spPr bwMode="auto">
          <a:xfrm>
            <a:off x="1011936" y="3867912"/>
            <a:ext cx="76200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fontAlgn="base">
              <a:spcBef>
                <a:spcPct val="20000"/>
              </a:spcBef>
              <a:spcAft>
                <a:spcPct val="0"/>
              </a:spcAft>
              <a:buChar char="»"/>
              <a:defRPr sz="2000">
                <a:solidFill>
                  <a:schemeClr val="tx1"/>
                </a:solidFill>
                <a:latin typeface="Times New Roman" panose="02020603050405020304" pitchFamily="18" charset="0"/>
              </a:defRPr>
            </a:lvl6pPr>
            <a:lvl7pPr marL="2971800" indent="-228600" fontAlgn="base">
              <a:spcBef>
                <a:spcPct val="20000"/>
              </a:spcBef>
              <a:spcAft>
                <a:spcPct val="0"/>
              </a:spcAft>
              <a:buChar char="»"/>
              <a:defRPr sz="2000">
                <a:solidFill>
                  <a:schemeClr val="tx1"/>
                </a:solidFill>
                <a:latin typeface="Times New Roman" panose="02020603050405020304" pitchFamily="18" charset="0"/>
              </a:defRPr>
            </a:lvl7pPr>
            <a:lvl8pPr marL="3429000" indent="-228600" fontAlgn="base">
              <a:spcBef>
                <a:spcPct val="20000"/>
              </a:spcBef>
              <a:spcAft>
                <a:spcPct val="0"/>
              </a:spcAft>
              <a:buChar char="»"/>
              <a:defRPr sz="2000">
                <a:solidFill>
                  <a:schemeClr val="tx1"/>
                </a:solidFill>
                <a:latin typeface="Times New Roman" panose="02020603050405020304" pitchFamily="18" charset="0"/>
              </a:defRPr>
            </a:lvl8pPr>
            <a:lvl9pPr marL="3886200" indent="-228600" fontAlgn="base">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pPr>
            <a:r>
              <a:rPr lang="es-ES_tradnl" altLang="es-ES" sz="2100" b="1" dirty="0"/>
              <a:t>/</a:t>
            </a:r>
            <a:r>
              <a:rPr lang="es-ES_tradnl" altLang="es-ES" sz="2100" b="1" dirty="0" err="1"/>
              <a:t>lib</a:t>
            </a:r>
            <a:r>
              <a:rPr lang="es-ES_tradnl" altLang="es-ES" sz="2100" b="1" dirty="0"/>
              <a:t>: En este directorio se encuentran las bibliotecas del sistema, ya sean bibliotecas de funciones, de imágenes, sonidos, iconos, etc..</a:t>
            </a:r>
            <a:endParaRPr lang="es-ES_tradnl" altLang="es-ES" sz="12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848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4848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3" grpId="0" build="p" autoUpdateAnimBg="0"/>
      <p:bldP spid="148489"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Marcador de número de diapositiva 5">
            <a:extLst>
              <a:ext uri="{FF2B5EF4-FFF2-40B4-BE49-F238E27FC236}">
                <a16:creationId xmlns:a16="http://schemas.microsoft.com/office/drawing/2014/main" id="{A21C4A74-B0C8-68CE-3363-9733E6A1405A}"/>
              </a:ext>
            </a:extLst>
          </p:cNvPr>
          <p:cNvSpPr>
            <a:spLocks noGrp="1"/>
          </p:cNvSpPr>
          <p:nvPr>
            <p:ph type="sldNum" sz="quarter" idx="12"/>
          </p:nvPr>
        </p:nvSpPr>
        <p:spPr/>
        <p:txBody>
          <a:bodyPr/>
          <a:lstStyle/>
          <a:p>
            <a:fld id="{68B96879-102C-45D5-BE79-E0A5F55C4463}" type="slidenum">
              <a:rPr lang="es-ES" altLang="es-ES"/>
              <a:pPr/>
              <a:t>23</a:t>
            </a:fld>
            <a:endParaRPr lang="es-ES" altLang="es-ES">
              <a:solidFill>
                <a:schemeClr val="tx1"/>
              </a:solidFill>
            </a:endParaRPr>
          </a:p>
        </p:txBody>
      </p:sp>
      <p:sp>
        <p:nvSpPr>
          <p:cNvPr id="150531" name="Rectangle 3">
            <a:extLst>
              <a:ext uri="{FF2B5EF4-FFF2-40B4-BE49-F238E27FC236}">
                <a16:creationId xmlns:a16="http://schemas.microsoft.com/office/drawing/2014/main" id="{F2D085E2-3D18-E9DE-D201-DFA1B85D81A8}"/>
              </a:ext>
            </a:extLst>
          </p:cNvPr>
          <p:cNvSpPr>
            <a:spLocks noGrp="1" noChangeArrowheads="1"/>
          </p:cNvSpPr>
          <p:nvPr>
            <p:ph type="body" idx="1"/>
          </p:nvPr>
        </p:nvSpPr>
        <p:spPr>
          <a:xfrm>
            <a:off x="984504" y="1630680"/>
            <a:ext cx="7620000" cy="1600200"/>
          </a:xfrm>
        </p:spPr>
        <p:txBody>
          <a:bodyPr/>
          <a:lstStyle/>
          <a:p>
            <a:pPr algn="just"/>
            <a:r>
              <a:rPr lang="es-ES_tradnl" altLang="es-ES" sz="2100" b="1" dirty="0">
                <a:solidFill>
                  <a:schemeClr val="tx1"/>
                </a:solidFill>
              </a:rPr>
              <a:t>/</a:t>
            </a:r>
            <a:r>
              <a:rPr lang="es-ES_tradnl" altLang="es-ES" sz="2100" b="1" dirty="0" err="1">
                <a:solidFill>
                  <a:schemeClr val="tx1"/>
                </a:solidFill>
              </a:rPr>
              <a:t>man</a:t>
            </a:r>
            <a:r>
              <a:rPr lang="es-ES_tradnl" altLang="es-ES" sz="2100" b="1" dirty="0">
                <a:solidFill>
                  <a:schemeClr val="tx1"/>
                </a:solidFill>
              </a:rPr>
              <a:t>: Aquí se encuentran la mayoría de las paginas del manual de cada </a:t>
            </a:r>
            <a:r>
              <a:rPr lang="es-ES_tradnl" altLang="es-ES" sz="2100" b="1" dirty="0" err="1">
                <a:solidFill>
                  <a:schemeClr val="tx1"/>
                </a:solidFill>
              </a:rPr>
              <a:t>prograam</a:t>
            </a:r>
            <a:r>
              <a:rPr lang="es-ES_tradnl" altLang="es-ES" sz="2100" b="1" dirty="0">
                <a:solidFill>
                  <a:schemeClr val="tx1"/>
                </a:solidFill>
              </a:rPr>
              <a:t>. Para acceder a los manuales se utiliza el comando </a:t>
            </a:r>
            <a:r>
              <a:rPr lang="es-ES_tradnl" altLang="es-ES" sz="2100" b="1" dirty="0" err="1">
                <a:solidFill>
                  <a:schemeClr val="tx1"/>
                </a:solidFill>
              </a:rPr>
              <a:t>man</a:t>
            </a:r>
            <a:r>
              <a:rPr lang="es-ES_tradnl" altLang="es-ES" sz="2100" b="1" dirty="0">
                <a:solidFill>
                  <a:schemeClr val="tx1"/>
                </a:solidFill>
              </a:rPr>
              <a:t> seguido del nombre del programa. Otras veces están en /</a:t>
            </a:r>
            <a:r>
              <a:rPr lang="es-ES_tradnl" altLang="es-ES" sz="2100" b="1" dirty="0" err="1">
                <a:solidFill>
                  <a:schemeClr val="tx1"/>
                </a:solidFill>
              </a:rPr>
              <a:t>usr</a:t>
            </a:r>
            <a:r>
              <a:rPr lang="es-ES_tradnl" altLang="es-ES" sz="2100" b="1" dirty="0">
                <a:solidFill>
                  <a:schemeClr val="tx1"/>
                </a:solidFill>
              </a:rPr>
              <a:t>/</a:t>
            </a:r>
            <a:r>
              <a:rPr lang="es-ES_tradnl" altLang="es-ES" sz="2100" b="1" dirty="0" err="1">
                <a:solidFill>
                  <a:schemeClr val="tx1"/>
                </a:solidFill>
              </a:rPr>
              <a:t>man</a:t>
            </a:r>
            <a:r>
              <a:rPr lang="es-ES_tradnl" altLang="es-ES" sz="2100" b="1" dirty="0">
                <a:solidFill>
                  <a:schemeClr val="tx1"/>
                </a:solidFill>
              </a:rPr>
              <a:t> o /</a:t>
            </a:r>
            <a:r>
              <a:rPr lang="es-ES_tradnl" altLang="es-ES" sz="2100" b="1" dirty="0" err="1">
                <a:solidFill>
                  <a:schemeClr val="tx1"/>
                </a:solidFill>
              </a:rPr>
              <a:t>usr</a:t>
            </a:r>
            <a:r>
              <a:rPr lang="es-ES_tradnl" altLang="es-ES" sz="2100" b="1" dirty="0">
                <a:solidFill>
                  <a:schemeClr val="tx1"/>
                </a:solidFill>
              </a:rPr>
              <a:t>/local/</a:t>
            </a:r>
            <a:r>
              <a:rPr lang="es-ES_tradnl" altLang="es-ES" sz="2100" b="1" dirty="0" err="1">
                <a:solidFill>
                  <a:schemeClr val="tx1"/>
                </a:solidFill>
              </a:rPr>
              <a:t>man</a:t>
            </a:r>
            <a:r>
              <a:rPr lang="es-ES_tradnl" altLang="es-ES" sz="2100" b="1" dirty="0">
                <a:solidFill>
                  <a:schemeClr val="tx1"/>
                </a:solidFill>
              </a:rPr>
              <a:t>.</a:t>
            </a:r>
          </a:p>
        </p:txBody>
      </p:sp>
      <p:sp>
        <p:nvSpPr>
          <p:cNvPr id="150535" name="Rectangle 7">
            <a:extLst>
              <a:ext uri="{FF2B5EF4-FFF2-40B4-BE49-F238E27FC236}">
                <a16:creationId xmlns:a16="http://schemas.microsoft.com/office/drawing/2014/main" id="{B889B563-A9E9-4255-4D5F-682D2EE3CF2E}"/>
              </a:ext>
            </a:extLst>
          </p:cNvPr>
          <p:cNvSpPr>
            <a:spLocks noChangeArrowheads="1"/>
          </p:cNvSpPr>
          <p:nvPr/>
        </p:nvSpPr>
        <p:spPr bwMode="auto">
          <a:xfrm>
            <a:off x="908304" y="792480"/>
            <a:ext cx="7620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algn="ctr">
              <a:spcBef>
                <a:spcPct val="20000"/>
              </a:spcBef>
            </a:pPr>
            <a:r>
              <a:rPr lang="es-ES_tradnl" altLang="es-ES" sz="5400" baseline="4000" dirty="0">
                <a:solidFill>
                  <a:schemeClr val="folHlink"/>
                </a:solidFill>
                <a:effectLst>
                  <a:outerShdw blurRad="38100" dist="38100" dir="2700000" algn="tl">
                    <a:srgbClr val="000000"/>
                  </a:outerShdw>
                </a:effectLst>
              </a:rPr>
              <a:t>Directorio /</a:t>
            </a:r>
            <a:r>
              <a:rPr lang="es-ES_tradnl" altLang="es-ES" sz="5400" baseline="4000" dirty="0" err="1">
                <a:solidFill>
                  <a:schemeClr val="folHlink"/>
                </a:solidFill>
                <a:effectLst>
                  <a:outerShdw blurRad="38100" dist="38100" dir="2700000" algn="tl">
                    <a:srgbClr val="000000"/>
                  </a:outerShdw>
                </a:effectLst>
              </a:rPr>
              <a:t>man</a:t>
            </a:r>
            <a:endParaRPr lang="es-ES_tradnl" altLang="es-ES" dirty="0">
              <a:solidFill>
                <a:srgbClr val="DDDDDD"/>
              </a:solidFill>
            </a:endParaRPr>
          </a:p>
          <a:p>
            <a:pPr lvl="1">
              <a:spcBef>
                <a:spcPct val="20000"/>
              </a:spcBef>
              <a:buFontTx/>
              <a:buChar char="–"/>
            </a:pPr>
            <a:endParaRPr lang="es-ES_tradnl" altLang="es-ES" dirty="0">
              <a:solidFill>
                <a:srgbClr val="DDDDDD"/>
              </a:solidFill>
            </a:endParaRPr>
          </a:p>
        </p:txBody>
      </p:sp>
      <p:sp>
        <p:nvSpPr>
          <p:cNvPr id="150536" name="Rectangle 8">
            <a:extLst>
              <a:ext uri="{FF2B5EF4-FFF2-40B4-BE49-F238E27FC236}">
                <a16:creationId xmlns:a16="http://schemas.microsoft.com/office/drawing/2014/main" id="{947E4A37-6AC4-B965-ED93-65E59B72F56E}"/>
              </a:ext>
            </a:extLst>
          </p:cNvPr>
          <p:cNvSpPr>
            <a:spLocks noChangeArrowheads="1"/>
          </p:cNvSpPr>
          <p:nvPr/>
        </p:nvSpPr>
        <p:spPr bwMode="auto">
          <a:xfrm>
            <a:off x="984504" y="3154680"/>
            <a:ext cx="7620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algn="ctr">
              <a:spcBef>
                <a:spcPct val="20000"/>
              </a:spcBef>
            </a:pPr>
            <a:r>
              <a:rPr lang="es-ES_tradnl" altLang="es-ES" sz="5400" baseline="4000" dirty="0">
                <a:solidFill>
                  <a:schemeClr val="folHlink"/>
                </a:solidFill>
                <a:effectLst>
                  <a:outerShdw blurRad="38100" dist="38100" dir="2700000" algn="tl">
                    <a:srgbClr val="000000"/>
                  </a:outerShdw>
                </a:effectLst>
              </a:rPr>
              <a:t>Directorio /</a:t>
            </a:r>
            <a:r>
              <a:rPr lang="es-ES_tradnl" altLang="es-ES" sz="5400" baseline="4000" dirty="0" err="1">
                <a:solidFill>
                  <a:schemeClr val="folHlink"/>
                </a:solidFill>
                <a:effectLst>
                  <a:outerShdw blurRad="38100" dist="38100" dir="2700000" algn="tl">
                    <a:srgbClr val="000000"/>
                  </a:outerShdw>
                </a:effectLst>
              </a:rPr>
              <a:t>mnt</a:t>
            </a:r>
            <a:endParaRPr lang="es-ES_tradnl" altLang="es-ES" dirty="0">
              <a:solidFill>
                <a:srgbClr val="DDDDDD"/>
              </a:solidFill>
            </a:endParaRPr>
          </a:p>
          <a:p>
            <a:pPr lvl="1">
              <a:spcBef>
                <a:spcPct val="20000"/>
              </a:spcBef>
              <a:buFontTx/>
              <a:buChar char="–"/>
            </a:pPr>
            <a:endParaRPr lang="es-ES_tradnl" altLang="es-ES" dirty="0">
              <a:solidFill>
                <a:srgbClr val="DDDDDD"/>
              </a:solidFill>
            </a:endParaRPr>
          </a:p>
        </p:txBody>
      </p:sp>
      <p:sp>
        <p:nvSpPr>
          <p:cNvPr id="150537" name="Rectangle 9">
            <a:extLst>
              <a:ext uri="{FF2B5EF4-FFF2-40B4-BE49-F238E27FC236}">
                <a16:creationId xmlns:a16="http://schemas.microsoft.com/office/drawing/2014/main" id="{F0F8EB55-E364-0246-9332-A8738F369BA7}"/>
              </a:ext>
            </a:extLst>
          </p:cNvPr>
          <p:cNvSpPr>
            <a:spLocks noChangeArrowheads="1"/>
          </p:cNvSpPr>
          <p:nvPr/>
        </p:nvSpPr>
        <p:spPr bwMode="auto">
          <a:xfrm>
            <a:off x="984504" y="3992880"/>
            <a:ext cx="76200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fontAlgn="base">
              <a:spcBef>
                <a:spcPct val="20000"/>
              </a:spcBef>
              <a:spcAft>
                <a:spcPct val="0"/>
              </a:spcAft>
              <a:buChar char="»"/>
              <a:defRPr sz="2000">
                <a:solidFill>
                  <a:schemeClr val="tx1"/>
                </a:solidFill>
                <a:latin typeface="Times New Roman" panose="02020603050405020304" pitchFamily="18" charset="0"/>
              </a:defRPr>
            </a:lvl6pPr>
            <a:lvl7pPr marL="2971800" indent="-228600" fontAlgn="base">
              <a:spcBef>
                <a:spcPct val="20000"/>
              </a:spcBef>
              <a:spcAft>
                <a:spcPct val="0"/>
              </a:spcAft>
              <a:buChar char="»"/>
              <a:defRPr sz="2000">
                <a:solidFill>
                  <a:schemeClr val="tx1"/>
                </a:solidFill>
                <a:latin typeface="Times New Roman" panose="02020603050405020304" pitchFamily="18" charset="0"/>
              </a:defRPr>
            </a:lvl7pPr>
            <a:lvl8pPr marL="3429000" indent="-228600" fontAlgn="base">
              <a:spcBef>
                <a:spcPct val="20000"/>
              </a:spcBef>
              <a:spcAft>
                <a:spcPct val="0"/>
              </a:spcAft>
              <a:buChar char="»"/>
              <a:defRPr sz="2000">
                <a:solidFill>
                  <a:schemeClr val="tx1"/>
                </a:solidFill>
                <a:latin typeface="Times New Roman" panose="02020603050405020304" pitchFamily="18" charset="0"/>
              </a:defRPr>
            </a:lvl8pPr>
            <a:lvl9pPr marL="3886200" indent="-228600" fontAlgn="base">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pPr>
            <a:r>
              <a:rPr lang="es-ES_tradnl" altLang="es-ES" sz="2100" b="1"/>
              <a:t>/mnt: Generalmente de este directorio cuelgan los ficheros de los dispositivos “montados” en el sistema, es decir, ficheros que son accesibles desde el sistema en ese momento. </a:t>
            </a:r>
            <a:endParaRPr lang="es-ES_tradnl" altLang="es-ES" sz="12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053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053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1" grpId="0" build="p" autoUpdateAnimBg="0"/>
      <p:bldP spid="150537"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Marcador de número de diapositiva 5">
            <a:extLst>
              <a:ext uri="{FF2B5EF4-FFF2-40B4-BE49-F238E27FC236}">
                <a16:creationId xmlns:a16="http://schemas.microsoft.com/office/drawing/2014/main" id="{87F785ED-089C-5B63-F5B1-51E7E0063E74}"/>
              </a:ext>
            </a:extLst>
          </p:cNvPr>
          <p:cNvSpPr>
            <a:spLocks noGrp="1"/>
          </p:cNvSpPr>
          <p:nvPr>
            <p:ph type="sldNum" sz="quarter" idx="12"/>
          </p:nvPr>
        </p:nvSpPr>
        <p:spPr/>
        <p:txBody>
          <a:bodyPr/>
          <a:lstStyle/>
          <a:p>
            <a:fld id="{5DAF7EF4-6FD0-4920-BEF9-BDBC5FDB7565}" type="slidenum">
              <a:rPr lang="es-ES" altLang="es-ES"/>
              <a:pPr/>
              <a:t>24</a:t>
            </a:fld>
            <a:endParaRPr lang="es-ES" altLang="es-ES">
              <a:solidFill>
                <a:schemeClr val="tx1"/>
              </a:solidFill>
            </a:endParaRPr>
          </a:p>
        </p:txBody>
      </p:sp>
      <p:sp>
        <p:nvSpPr>
          <p:cNvPr id="158723" name="Rectangle 1027">
            <a:extLst>
              <a:ext uri="{FF2B5EF4-FFF2-40B4-BE49-F238E27FC236}">
                <a16:creationId xmlns:a16="http://schemas.microsoft.com/office/drawing/2014/main" id="{00FD404F-6525-35FA-EDDB-7E4D31FDA238}"/>
              </a:ext>
            </a:extLst>
          </p:cNvPr>
          <p:cNvSpPr>
            <a:spLocks noGrp="1" noChangeArrowheads="1"/>
          </p:cNvSpPr>
          <p:nvPr>
            <p:ph type="body" idx="1"/>
          </p:nvPr>
        </p:nvSpPr>
        <p:spPr>
          <a:xfrm>
            <a:off x="895350" y="1484376"/>
            <a:ext cx="7620000" cy="1600200"/>
          </a:xfrm>
        </p:spPr>
        <p:txBody>
          <a:bodyPr/>
          <a:lstStyle/>
          <a:p>
            <a:pPr algn="just">
              <a:spcBef>
                <a:spcPct val="0"/>
              </a:spcBef>
            </a:pPr>
            <a:r>
              <a:rPr lang="es-ES_tradnl" altLang="es-ES" sz="2100" b="1" dirty="0">
                <a:solidFill>
                  <a:schemeClr val="tx1"/>
                </a:solidFill>
              </a:rPr>
              <a:t>/</a:t>
            </a:r>
            <a:r>
              <a:rPr lang="es-ES_tradnl" altLang="es-ES" sz="2100" b="1" dirty="0" err="1">
                <a:solidFill>
                  <a:schemeClr val="tx1"/>
                </a:solidFill>
              </a:rPr>
              <a:t>proc</a:t>
            </a:r>
            <a:r>
              <a:rPr lang="es-ES_tradnl" altLang="es-ES" sz="2100" b="1" dirty="0">
                <a:solidFill>
                  <a:schemeClr val="tx1"/>
                </a:solidFill>
              </a:rPr>
              <a:t>: En este directorio se encuentran ficheros virtuales, que no existen realmente. Al intentar verlos obtendremos información acerca del sistema. Cada proceso en ejecución tiene asociado un directorio. </a:t>
            </a:r>
          </a:p>
        </p:txBody>
      </p:sp>
      <p:sp>
        <p:nvSpPr>
          <p:cNvPr id="158727" name="Rectangle 1031">
            <a:extLst>
              <a:ext uri="{FF2B5EF4-FFF2-40B4-BE49-F238E27FC236}">
                <a16:creationId xmlns:a16="http://schemas.microsoft.com/office/drawing/2014/main" id="{B1301377-4145-1EED-4B1E-9B622073AB16}"/>
              </a:ext>
            </a:extLst>
          </p:cNvPr>
          <p:cNvSpPr>
            <a:spLocks noChangeArrowheads="1"/>
          </p:cNvSpPr>
          <p:nvPr/>
        </p:nvSpPr>
        <p:spPr bwMode="auto">
          <a:xfrm>
            <a:off x="819150" y="646176"/>
            <a:ext cx="7620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algn="ctr">
              <a:spcBef>
                <a:spcPct val="20000"/>
              </a:spcBef>
            </a:pPr>
            <a:r>
              <a:rPr lang="es-ES_tradnl" altLang="es-ES" sz="5400" baseline="4000" dirty="0">
                <a:solidFill>
                  <a:schemeClr val="folHlink"/>
                </a:solidFill>
                <a:effectLst>
                  <a:outerShdw blurRad="38100" dist="38100" dir="2700000" algn="tl">
                    <a:srgbClr val="000000"/>
                  </a:outerShdw>
                </a:effectLst>
              </a:rPr>
              <a:t>Directorio /</a:t>
            </a:r>
            <a:r>
              <a:rPr lang="es-ES_tradnl" altLang="es-ES" sz="5400" baseline="4000" dirty="0" err="1">
                <a:solidFill>
                  <a:schemeClr val="folHlink"/>
                </a:solidFill>
                <a:effectLst>
                  <a:outerShdw blurRad="38100" dist="38100" dir="2700000" algn="tl">
                    <a:srgbClr val="000000"/>
                  </a:outerShdw>
                </a:effectLst>
              </a:rPr>
              <a:t>proc</a:t>
            </a:r>
            <a:endParaRPr lang="es-ES_tradnl" altLang="es-ES" dirty="0">
              <a:solidFill>
                <a:srgbClr val="DDDDDD"/>
              </a:solidFill>
            </a:endParaRPr>
          </a:p>
          <a:p>
            <a:pPr lvl="1">
              <a:spcBef>
                <a:spcPct val="20000"/>
              </a:spcBef>
              <a:buFontTx/>
              <a:buChar char="–"/>
            </a:pPr>
            <a:endParaRPr lang="es-ES_tradnl" altLang="es-ES" dirty="0">
              <a:solidFill>
                <a:srgbClr val="DDDDDD"/>
              </a:solidFill>
            </a:endParaRPr>
          </a:p>
        </p:txBody>
      </p:sp>
      <p:sp>
        <p:nvSpPr>
          <p:cNvPr id="158728" name="Rectangle 1032">
            <a:extLst>
              <a:ext uri="{FF2B5EF4-FFF2-40B4-BE49-F238E27FC236}">
                <a16:creationId xmlns:a16="http://schemas.microsoft.com/office/drawing/2014/main" id="{3960294B-A0D5-C9E8-1075-6C0EB42B19AE}"/>
              </a:ext>
            </a:extLst>
          </p:cNvPr>
          <p:cNvSpPr>
            <a:spLocks noChangeArrowheads="1"/>
          </p:cNvSpPr>
          <p:nvPr/>
        </p:nvSpPr>
        <p:spPr bwMode="auto">
          <a:xfrm>
            <a:off x="895350" y="3084576"/>
            <a:ext cx="7620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algn="ctr">
              <a:spcBef>
                <a:spcPct val="20000"/>
              </a:spcBef>
            </a:pPr>
            <a:r>
              <a:rPr lang="es-ES_tradnl" altLang="es-ES" sz="5400" baseline="4000">
                <a:solidFill>
                  <a:schemeClr val="folHlink"/>
                </a:solidFill>
                <a:effectLst>
                  <a:outerShdw blurRad="38100" dist="38100" dir="2700000" algn="tl">
                    <a:srgbClr val="000000"/>
                  </a:outerShdw>
                </a:effectLst>
              </a:rPr>
              <a:t>Directorio /root</a:t>
            </a:r>
            <a:endParaRPr lang="es-ES_tradnl" altLang="es-ES">
              <a:solidFill>
                <a:srgbClr val="DDDDDD"/>
              </a:solidFill>
            </a:endParaRPr>
          </a:p>
          <a:p>
            <a:pPr lvl="1">
              <a:spcBef>
                <a:spcPct val="20000"/>
              </a:spcBef>
              <a:buFontTx/>
              <a:buChar char="–"/>
            </a:pPr>
            <a:endParaRPr lang="es-ES_tradnl" altLang="es-ES">
              <a:solidFill>
                <a:srgbClr val="DDDDDD"/>
              </a:solidFill>
            </a:endParaRPr>
          </a:p>
        </p:txBody>
      </p:sp>
      <p:sp>
        <p:nvSpPr>
          <p:cNvPr id="158729" name="Rectangle 1033">
            <a:extLst>
              <a:ext uri="{FF2B5EF4-FFF2-40B4-BE49-F238E27FC236}">
                <a16:creationId xmlns:a16="http://schemas.microsoft.com/office/drawing/2014/main" id="{A3D7F355-A523-4D2D-8387-40D69F094A9D}"/>
              </a:ext>
            </a:extLst>
          </p:cNvPr>
          <p:cNvSpPr>
            <a:spLocks noChangeArrowheads="1"/>
          </p:cNvSpPr>
          <p:nvPr/>
        </p:nvSpPr>
        <p:spPr bwMode="auto">
          <a:xfrm>
            <a:off x="895350" y="3770376"/>
            <a:ext cx="76200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fontAlgn="base">
              <a:spcBef>
                <a:spcPct val="20000"/>
              </a:spcBef>
              <a:spcAft>
                <a:spcPct val="0"/>
              </a:spcAft>
              <a:buChar char="»"/>
              <a:defRPr sz="2000">
                <a:solidFill>
                  <a:schemeClr val="tx1"/>
                </a:solidFill>
                <a:latin typeface="Times New Roman" panose="02020603050405020304" pitchFamily="18" charset="0"/>
              </a:defRPr>
            </a:lvl6pPr>
            <a:lvl7pPr marL="2971800" indent="-228600" fontAlgn="base">
              <a:spcBef>
                <a:spcPct val="20000"/>
              </a:spcBef>
              <a:spcAft>
                <a:spcPct val="0"/>
              </a:spcAft>
              <a:buChar char="»"/>
              <a:defRPr sz="2000">
                <a:solidFill>
                  <a:schemeClr val="tx1"/>
                </a:solidFill>
                <a:latin typeface="Times New Roman" panose="02020603050405020304" pitchFamily="18" charset="0"/>
              </a:defRPr>
            </a:lvl7pPr>
            <a:lvl8pPr marL="3429000" indent="-228600" fontAlgn="base">
              <a:spcBef>
                <a:spcPct val="20000"/>
              </a:spcBef>
              <a:spcAft>
                <a:spcPct val="0"/>
              </a:spcAft>
              <a:buChar char="»"/>
              <a:defRPr sz="2000">
                <a:solidFill>
                  <a:schemeClr val="tx1"/>
                </a:solidFill>
                <a:latin typeface="Times New Roman" panose="02020603050405020304" pitchFamily="18" charset="0"/>
              </a:defRPr>
            </a:lvl8pPr>
            <a:lvl9pPr marL="3886200" indent="-228600" fontAlgn="base">
              <a:spcBef>
                <a:spcPct val="20000"/>
              </a:spcBef>
              <a:spcAft>
                <a:spcPct val="0"/>
              </a:spcAft>
              <a:buChar char="»"/>
              <a:defRPr sz="2000">
                <a:solidFill>
                  <a:schemeClr val="tx1"/>
                </a:solidFill>
                <a:latin typeface="Times New Roman" panose="02020603050405020304" pitchFamily="18" charset="0"/>
              </a:defRPr>
            </a:lvl9pPr>
          </a:lstStyle>
          <a:p>
            <a:pPr algn="just"/>
            <a:r>
              <a:rPr lang="es-ES_tradnl" altLang="es-ES" sz="2100" b="1" dirty="0"/>
              <a:t>/</a:t>
            </a:r>
            <a:r>
              <a:rPr lang="es-ES_tradnl" altLang="es-ES" sz="2100" b="1" dirty="0" err="1"/>
              <a:t>root</a:t>
            </a:r>
            <a:r>
              <a:rPr lang="es-ES_tradnl" altLang="es-ES" sz="2100" b="1" dirty="0"/>
              <a:t>: Este es el directorio home del usuario </a:t>
            </a:r>
            <a:r>
              <a:rPr lang="es-ES_tradnl" altLang="es-ES" sz="2100" b="1" dirty="0" err="1"/>
              <a:t>root</a:t>
            </a:r>
            <a:r>
              <a:rPr lang="es-ES_tradnl" altLang="es-ES" sz="2100" b="1" dirty="0"/>
              <a:t>, tradicionalmente el administrador del sistemas. Recibe este nombre por ser el propietario del directorio / (directorio raíz o </a:t>
            </a:r>
            <a:r>
              <a:rPr lang="es-ES_tradnl" altLang="es-ES" sz="2100" b="1" i="1" dirty="0" err="1"/>
              <a:t>root</a:t>
            </a:r>
            <a:r>
              <a:rPr lang="es-ES_tradnl" altLang="es-ES" sz="2100" b="1" i="1" dirty="0"/>
              <a:t> </a:t>
            </a:r>
            <a:r>
              <a:rPr lang="es-ES_tradnl" altLang="es-ES" sz="2100" b="1" i="1" dirty="0" err="1"/>
              <a:t>directory</a:t>
            </a:r>
            <a:r>
              <a:rPr lang="es-ES_tradnl" altLang="es-ES" sz="2100" b="1" dirty="0"/>
              <a:t> en ingles). </a:t>
            </a:r>
            <a:endParaRPr lang="es-ES_tradnl" altLang="es-ES" sz="12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87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872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3" grpId="0" build="p" autoUpdateAnimBg="0"/>
      <p:bldP spid="158729"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Marcador de número de diapositiva 5">
            <a:extLst>
              <a:ext uri="{FF2B5EF4-FFF2-40B4-BE49-F238E27FC236}">
                <a16:creationId xmlns:a16="http://schemas.microsoft.com/office/drawing/2014/main" id="{645F981B-3CBD-0196-1C90-73675D049FE8}"/>
              </a:ext>
            </a:extLst>
          </p:cNvPr>
          <p:cNvSpPr>
            <a:spLocks noGrp="1"/>
          </p:cNvSpPr>
          <p:nvPr>
            <p:ph type="sldNum" sz="quarter" idx="12"/>
          </p:nvPr>
        </p:nvSpPr>
        <p:spPr/>
        <p:txBody>
          <a:bodyPr/>
          <a:lstStyle/>
          <a:p>
            <a:fld id="{309B8D34-FAE9-4BBC-A3AD-3DA4788D74DB}" type="slidenum">
              <a:rPr lang="es-ES" altLang="es-ES"/>
              <a:pPr/>
              <a:t>25</a:t>
            </a:fld>
            <a:endParaRPr lang="es-ES" altLang="es-ES">
              <a:solidFill>
                <a:schemeClr val="tx1"/>
              </a:solidFill>
            </a:endParaRPr>
          </a:p>
        </p:txBody>
      </p:sp>
      <p:sp>
        <p:nvSpPr>
          <p:cNvPr id="156675" name="Rectangle 1027">
            <a:extLst>
              <a:ext uri="{FF2B5EF4-FFF2-40B4-BE49-F238E27FC236}">
                <a16:creationId xmlns:a16="http://schemas.microsoft.com/office/drawing/2014/main" id="{25D2550A-99C9-C586-A186-1992558F74A8}"/>
              </a:ext>
            </a:extLst>
          </p:cNvPr>
          <p:cNvSpPr>
            <a:spLocks noGrp="1" noChangeArrowheads="1"/>
          </p:cNvSpPr>
          <p:nvPr>
            <p:ph type="body" idx="1"/>
          </p:nvPr>
        </p:nvSpPr>
        <p:spPr>
          <a:xfrm>
            <a:off x="895350" y="1475232"/>
            <a:ext cx="7620000" cy="1600200"/>
          </a:xfrm>
        </p:spPr>
        <p:txBody>
          <a:bodyPr/>
          <a:lstStyle/>
          <a:p>
            <a:pPr algn="just"/>
            <a:r>
              <a:rPr lang="es-ES_tradnl" altLang="es-ES" sz="2100" b="1" dirty="0">
                <a:solidFill>
                  <a:schemeClr val="tx1"/>
                </a:solidFill>
              </a:rPr>
              <a:t>/</a:t>
            </a:r>
            <a:r>
              <a:rPr lang="es-ES_tradnl" altLang="es-ES" sz="2100" b="1" dirty="0" err="1">
                <a:solidFill>
                  <a:schemeClr val="tx1"/>
                </a:solidFill>
              </a:rPr>
              <a:t>sbin</a:t>
            </a:r>
            <a:r>
              <a:rPr lang="es-ES_tradnl" altLang="es-ES" sz="2100" b="1" dirty="0">
                <a:solidFill>
                  <a:schemeClr val="tx1"/>
                </a:solidFill>
              </a:rPr>
              <a:t>: Aquí, al igual que en /</a:t>
            </a:r>
            <a:r>
              <a:rPr lang="es-ES_tradnl" altLang="es-ES" sz="2100" b="1" dirty="0" err="1">
                <a:solidFill>
                  <a:schemeClr val="tx1"/>
                </a:solidFill>
              </a:rPr>
              <a:t>bin</a:t>
            </a:r>
            <a:r>
              <a:rPr lang="es-ES_tradnl" altLang="es-ES" sz="2100" b="1" dirty="0">
                <a:solidFill>
                  <a:schemeClr val="tx1"/>
                </a:solidFill>
              </a:rPr>
              <a:t> se guardan muchos programas pero estos solo son usados por el administrador del sistema, por ejemplo: el comando </a:t>
            </a:r>
            <a:r>
              <a:rPr lang="es-ES_tradnl" altLang="es-ES" sz="2100" b="1" dirty="0" err="1">
                <a:solidFill>
                  <a:schemeClr val="tx1"/>
                </a:solidFill>
              </a:rPr>
              <a:t>exit</a:t>
            </a:r>
            <a:r>
              <a:rPr lang="es-ES_tradnl" altLang="es-ES" sz="2100" b="1" dirty="0">
                <a:solidFill>
                  <a:schemeClr val="tx1"/>
                </a:solidFill>
              </a:rPr>
              <a:t>, el comando </a:t>
            </a:r>
            <a:r>
              <a:rPr lang="es-ES_tradnl" altLang="es-ES" sz="2100" b="1" dirty="0" err="1">
                <a:solidFill>
                  <a:schemeClr val="tx1"/>
                </a:solidFill>
              </a:rPr>
              <a:t>halt</a:t>
            </a:r>
            <a:r>
              <a:rPr lang="es-ES_tradnl" altLang="es-ES" sz="2100" b="1" dirty="0">
                <a:solidFill>
                  <a:schemeClr val="tx1"/>
                </a:solidFill>
              </a:rPr>
              <a:t>, el comando </a:t>
            </a:r>
            <a:r>
              <a:rPr lang="es-ES_tradnl" altLang="es-ES" sz="2100" b="1" dirty="0" err="1">
                <a:solidFill>
                  <a:schemeClr val="tx1"/>
                </a:solidFill>
              </a:rPr>
              <a:t>reboot</a:t>
            </a:r>
            <a:r>
              <a:rPr lang="es-ES_tradnl" altLang="es-ES" sz="2100" b="1" dirty="0">
                <a:solidFill>
                  <a:schemeClr val="tx1"/>
                </a:solidFill>
              </a:rPr>
              <a:t>, etc.</a:t>
            </a:r>
          </a:p>
          <a:p>
            <a:endParaRPr lang="es-ES_tradnl" altLang="es-ES" sz="2100" b="1" dirty="0">
              <a:solidFill>
                <a:schemeClr val="tx1"/>
              </a:solidFill>
            </a:endParaRPr>
          </a:p>
        </p:txBody>
      </p:sp>
      <p:sp>
        <p:nvSpPr>
          <p:cNvPr id="156679" name="Rectangle 1031">
            <a:extLst>
              <a:ext uri="{FF2B5EF4-FFF2-40B4-BE49-F238E27FC236}">
                <a16:creationId xmlns:a16="http://schemas.microsoft.com/office/drawing/2014/main" id="{B1C1A632-B052-F192-A5EF-8B67BCB100AD}"/>
              </a:ext>
            </a:extLst>
          </p:cNvPr>
          <p:cNvSpPr>
            <a:spLocks noChangeArrowheads="1"/>
          </p:cNvSpPr>
          <p:nvPr/>
        </p:nvSpPr>
        <p:spPr bwMode="auto">
          <a:xfrm>
            <a:off x="819150" y="637032"/>
            <a:ext cx="7620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algn="ctr">
              <a:spcBef>
                <a:spcPct val="20000"/>
              </a:spcBef>
            </a:pPr>
            <a:r>
              <a:rPr lang="es-ES_tradnl" altLang="es-ES" sz="5400" baseline="4000" dirty="0">
                <a:solidFill>
                  <a:schemeClr val="folHlink"/>
                </a:solidFill>
                <a:effectLst>
                  <a:outerShdw blurRad="38100" dist="38100" dir="2700000" algn="tl">
                    <a:srgbClr val="000000"/>
                  </a:outerShdw>
                </a:effectLst>
              </a:rPr>
              <a:t>Directorio /</a:t>
            </a:r>
            <a:r>
              <a:rPr lang="es-ES_tradnl" altLang="es-ES" sz="5400" baseline="4000" dirty="0" err="1">
                <a:solidFill>
                  <a:schemeClr val="folHlink"/>
                </a:solidFill>
                <a:effectLst>
                  <a:outerShdw blurRad="38100" dist="38100" dir="2700000" algn="tl">
                    <a:srgbClr val="000000"/>
                  </a:outerShdw>
                </a:effectLst>
              </a:rPr>
              <a:t>sbin</a:t>
            </a:r>
            <a:endParaRPr lang="es-ES_tradnl" altLang="es-ES" dirty="0">
              <a:solidFill>
                <a:srgbClr val="DDDDDD"/>
              </a:solidFill>
            </a:endParaRPr>
          </a:p>
        </p:txBody>
      </p:sp>
      <p:sp>
        <p:nvSpPr>
          <p:cNvPr id="156680" name="Rectangle 1032">
            <a:extLst>
              <a:ext uri="{FF2B5EF4-FFF2-40B4-BE49-F238E27FC236}">
                <a16:creationId xmlns:a16="http://schemas.microsoft.com/office/drawing/2014/main" id="{20EAA421-2A36-1042-3292-68F1769B9670}"/>
              </a:ext>
            </a:extLst>
          </p:cNvPr>
          <p:cNvSpPr>
            <a:spLocks noChangeArrowheads="1"/>
          </p:cNvSpPr>
          <p:nvPr/>
        </p:nvSpPr>
        <p:spPr bwMode="auto">
          <a:xfrm>
            <a:off x="895350" y="2923032"/>
            <a:ext cx="7620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algn="ctr">
              <a:spcBef>
                <a:spcPct val="20000"/>
              </a:spcBef>
            </a:pPr>
            <a:r>
              <a:rPr lang="es-ES_tradnl" altLang="es-ES" sz="5400" baseline="4000" dirty="0">
                <a:solidFill>
                  <a:schemeClr val="folHlink"/>
                </a:solidFill>
                <a:effectLst>
                  <a:outerShdw blurRad="38100" dist="38100" dir="2700000" algn="tl">
                    <a:srgbClr val="000000"/>
                  </a:outerShdw>
                </a:effectLst>
              </a:rPr>
              <a:t>Directorio /</a:t>
            </a:r>
            <a:r>
              <a:rPr lang="es-ES_tradnl" altLang="es-ES" sz="5400" baseline="4000" dirty="0" err="1">
                <a:solidFill>
                  <a:schemeClr val="folHlink"/>
                </a:solidFill>
                <a:effectLst>
                  <a:outerShdw blurRad="38100" dist="38100" dir="2700000" algn="tl">
                    <a:srgbClr val="000000"/>
                  </a:outerShdw>
                </a:effectLst>
              </a:rPr>
              <a:t>tmp</a:t>
            </a:r>
            <a:endParaRPr lang="es-ES_tradnl" altLang="es-ES" dirty="0">
              <a:solidFill>
                <a:srgbClr val="DDDDDD"/>
              </a:solidFill>
            </a:endParaRPr>
          </a:p>
          <a:p>
            <a:pPr lvl="1">
              <a:spcBef>
                <a:spcPct val="20000"/>
              </a:spcBef>
              <a:buFontTx/>
              <a:buChar char="–"/>
            </a:pPr>
            <a:endParaRPr lang="es-ES_tradnl" altLang="es-ES" dirty="0">
              <a:solidFill>
                <a:srgbClr val="DDDDDD"/>
              </a:solidFill>
            </a:endParaRPr>
          </a:p>
        </p:txBody>
      </p:sp>
      <p:sp>
        <p:nvSpPr>
          <p:cNvPr id="156681" name="Rectangle 1033">
            <a:extLst>
              <a:ext uri="{FF2B5EF4-FFF2-40B4-BE49-F238E27FC236}">
                <a16:creationId xmlns:a16="http://schemas.microsoft.com/office/drawing/2014/main" id="{60C04C0C-C257-CF4B-DEB3-87392E2BFB0C}"/>
              </a:ext>
            </a:extLst>
          </p:cNvPr>
          <p:cNvSpPr>
            <a:spLocks noChangeArrowheads="1"/>
          </p:cNvSpPr>
          <p:nvPr/>
        </p:nvSpPr>
        <p:spPr bwMode="auto">
          <a:xfrm>
            <a:off x="895350" y="3685032"/>
            <a:ext cx="76200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fontAlgn="base">
              <a:spcBef>
                <a:spcPct val="20000"/>
              </a:spcBef>
              <a:spcAft>
                <a:spcPct val="0"/>
              </a:spcAft>
              <a:buChar char="»"/>
              <a:defRPr sz="2000">
                <a:solidFill>
                  <a:schemeClr val="tx1"/>
                </a:solidFill>
                <a:latin typeface="Times New Roman" panose="02020603050405020304" pitchFamily="18" charset="0"/>
              </a:defRPr>
            </a:lvl6pPr>
            <a:lvl7pPr marL="2971800" indent="-228600" fontAlgn="base">
              <a:spcBef>
                <a:spcPct val="20000"/>
              </a:spcBef>
              <a:spcAft>
                <a:spcPct val="0"/>
              </a:spcAft>
              <a:buChar char="»"/>
              <a:defRPr sz="2000">
                <a:solidFill>
                  <a:schemeClr val="tx1"/>
                </a:solidFill>
                <a:latin typeface="Times New Roman" panose="02020603050405020304" pitchFamily="18" charset="0"/>
              </a:defRPr>
            </a:lvl7pPr>
            <a:lvl8pPr marL="3429000" indent="-228600" fontAlgn="base">
              <a:spcBef>
                <a:spcPct val="20000"/>
              </a:spcBef>
              <a:spcAft>
                <a:spcPct val="0"/>
              </a:spcAft>
              <a:buChar char="»"/>
              <a:defRPr sz="2000">
                <a:solidFill>
                  <a:schemeClr val="tx1"/>
                </a:solidFill>
                <a:latin typeface="Times New Roman" panose="02020603050405020304" pitchFamily="18" charset="0"/>
              </a:defRPr>
            </a:lvl8pPr>
            <a:lvl9pPr marL="3886200" indent="-228600" fontAlgn="base">
              <a:spcBef>
                <a:spcPct val="20000"/>
              </a:spcBef>
              <a:spcAft>
                <a:spcPct val="0"/>
              </a:spcAft>
              <a:buChar char="»"/>
              <a:defRPr sz="2000">
                <a:solidFill>
                  <a:schemeClr val="tx1"/>
                </a:solidFill>
                <a:latin typeface="Times New Roman" panose="02020603050405020304" pitchFamily="18" charset="0"/>
              </a:defRPr>
            </a:lvl9pPr>
          </a:lstStyle>
          <a:p>
            <a:pPr algn="just"/>
            <a:r>
              <a:rPr lang="es-ES_tradnl" altLang="es-ES" sz="2100" b="1" dirty="0"/>
              <a:t>/</a:t>
            </a:r>
            <a:r>
              <a:rPr lang="es-ES_tradnl" altLang="es-ES" sz="2100" b="1" dirty="0" err="1"/>
              <a:t>tmp</a:t>
            </a:r>
            <a:r>
              <a:rPr lang="es-ES_tradnl" altLang="es-ES" sz="2100" b="1" dirty="0"/>
              <a:t>: En el directorio /</a:t>
            </a:r>
            <a:r>
              <a:rPr lang="es-ES_tradnl" altLang="es-ES" sz="2100" b="1" dirty="0" err="1"/>
              <a:t>tmp</a:t>
            </a:r>
            <a:r>
              <a:rPr lang="es-ES_tradnl" altLang="es-ES" sz="2100" b="1" dirty="0"/>
              <a:t> se guardan archivos de carácter temporal, es decir, si un programa necesita mantener cierta información guardada, pero que no será necesaria en otro momento, la guardara en el directorio /</a:t>
            </a:r>
            <a:r>
              <a:rPr lang="es-ES_tradnl" altLang="es-ES" sz="2100" b="1" dirty="0" err="1"/>
              <a:t>tmp</a:t>
            </a:r>
            <a:r>
              <a:rPr lang="es-ES_tradnl" altLang="es-ES" sz="2100" b="1" dirty="0"/>
              <a:t>.</a:t>
            </a:r>
          </a:p>
          <a:p>
            <a:pPr algn="just"/>
            <a:endParaRPr lang="es-ES_tradnl" altLang="es-ES" sz="2100" b="1"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667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668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5" grpId="0" build="p" autoUpdateAnimBg="0"/>
      <p:bldP spid="156681"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Marcador de número de diapositiva 5">
            <a:extLst>
              <a:ext uri="{FF2B5EF4-FFF2-40B4-BE49-F238E27FC236}">
                <a16:creationId xmlns:a16="http://schemas.microsoft.com/office/drawing/2014/main" id="{6B6D8123-691A-B0AB-6014-86B823489DB3}"/>
              </a:ext>
            </a:extLst>
          </p:cNvPr>
          <p:cNvSpPr>
            <a:spLocks noGrp="1"/>
          </p:cNvSpPr>
          <p:nvPr>
            <p:ph type="sldNum" sz="quarter" idx="12"/>
          </p:nvPr>
        </p:nvSpPr>
        <p:spPr/>
        <p:txBody>
          <a:bodyPr/>
          <a:lstStyle/>
          <a:p>
            <a:fld id="{C67FA9BC-846A-44DB-A63E-2BA9787F56C0}" type="slidenum">
              <a:rPr lang="es-ES" altLang="es-ES"/>
              <a:pPr/>
              <a:t>26</a:t>
            </a:fld>
            <a:endParaRPr lang="es-ES" altLang="es-ES">
              <a:solidFill>
                <a:schemeClr val="tx1"/>
              </a:solidFill>
            </a:endParaRPr>
          </a:p>
        </p:txBody>
      </p:sp>
      <p:sp>
        <p:nvSpPr>
          <p:cNvPr id="154627" name="Rectangle 3">
            <a:extLst>
              <a:ext uri="{FF2B5EF4-FFF2-40B4-BE49-F238E27FC236}">
                <a16:creationId xmlns:a16="http://schemas.microsoft.com/office/drawing/2014/main" id="{8A132BF1-3A76-8E8D-3346-2D3D14A3D636}"/>
              </a:ext>
            </a:extLst>
          </p:cNvPr>
          <p:cNvSpPr>
            <a:spLocks noGrp="1" noChangeArrowheads="1"/>
          </p:cNvSpPr>
          <p:nvPr>
            <p:ph type="body" idx="1"/>
          </p:nvPr>
        </p:nvSpPr>
        <p:spPr>
          <a:xfrm>
            <a:off x="829056" y="1411224"/>
            <a:ext cx="7620000" cy="1600200"/>
          </a:xfrm>
        </p:spPr>
        <p:txBody>
          <a:bodyPr>
            <a:normAutofit fontScale="92500"/>
          </a:bodyPr>
          <a:lstStyle/>
          <a:p>
            <a:pPr algn="just">
              <a:spcBef>
                <a:spcPct val="0"/>
              </a:spcBef>
            </a:pPr>
            <a:r>
              <a:rPr lang="es-ES_tradnl" altLang="es-ES" sz="2100" b="1" dirty="0">
                <a:solidFill>
                  <a:schemeClr val="tx1"/>
                </a:solidFill>
              </a:rPr>
              <a:t>/</a:t>
            </a:r>
            <a:r>
              <a:rPr lang="es-ES_tradnl" altLang="es-ES" sz="2100" b="1" dirty="0" err="1">
                <a:solidFill>
                  <a:schemeClr val="tx1"/>
                </a:solidFill>
              </a:rPr>
              <a:t>usr</a:t>
            </a:r>
            <a:r>
              <a:rPr lang="es-ES_tradnl" altLang="es-ES" sz="2100" b="1" dirty="0">
                <a:solidFill>
                  <a:schemeClr val="tx1"/>
                </a:solidFill>
              </a:rPr>
              <a:t>: En /</a:t>
            </a:r>
            <a:r>
              <a:rPr lang="es-ES_tradnl" altLang="es-ES" sz="2100" b="1" dirty="0" err="1">
                <a:solidFill>
                  <a:schemeClr val="tx1"/>
                </a:solidFill>
              </a:rPr>
              <a:t>usr</a:t>
            </a:r>
            <a:r>
              <a:rPr lang="es-ES_tradnl" altLang="es-ES" sz="2100" b="1" dirty="0">
                <a:solidFill>
                  <a:schemeClr val="tx1"/>
                </a:solidFill>
              </a:rPr>
              <a:t> están la mayoría de los programas, las bibliotecas de funciones, las fuentes del </a:t>
            </a:r>
            <a:r>
              <a:rPr lang="es-ES_tradnl" altLang="es-ES" sz="2100" b="1" dirty="0" err="1">
                <a:solidFill>
                  <a:schemeClr val="tx1"/>
                </a:solidFill>
              </a:rPr>
              <a:t>kernel</a:t>
            </a:r>
            <a:r>
              <a:rPr lang="es-ES_tradnl" altLang="es-ES" sz="2100" b="1" dirty="0">
                <a:solidFill>
                  <a:schemeClr val="tx1"/>
                </a:solidFill>
              </a:rPr>
              <a:t>, etc.. De /</a:t>
            </a:r>
            <a:r>
              <a:rPr lang="es-ES_tradnl" altLang="es-ES" sz="2100" b="1" dirty="0" err="1">
                <a:solidFill>
                  <a:schemeClr val="tx1"/>
                </a:solidFill>
              </a:rPr>
              <a:t>usr</a:t>
            </a:r>
            <a:r>
              <a:rPr lang="es-ES_tradnl" altLang="es-ES" sz="2100" b="1" dirty="0">
                <a:solidFill>
                  <a:schemeClr val="tx1"/>
                </a:solidFill>
              </a:rPr>
              <a:t> cuelgan otros directorios </a:t>
            </a:r>
            <a:r>
              <a:rPr lang="es-ES_tradnl" altLang="es-ES" sz="2100" b="1" dirty="0" err="1">
                <a:solidFill>
                  <a:schemeClr val="tx1"/>
                </a:solidFill>
              </a:rPr>
              <a:t>lib</a:t>
            </a:r>
            <a:r>
              <a:rPr lang="es-ES_tradnl" altLang="es-ES" sz="2100" b="1" dirty="0">
                <a:solidFill>
                  <a:schemeClr val="tx1"/>
                </a:solidFill>
              </a:rPr>
              <a:t> y </a:t>
            </a:r>
            <a:r>
              <a:rPr lang="es-ES_tradnl" altLang="es-ES" sz="2100" b="1" dirty="0" err="1">
                <a:solidFill>
                  <a:schemeClr val="tx1"/>
                </a:solidFill>
              </a:rPr>
              <a:t>bin</a:t>
            </a:r>
            <a:r>
              <a:rPr lang="es-ES_tradnl" altLang="es-ES" sz="2100" b="1" dirty="0">
                <a:solidFill>
                  <a:schemeClr val="tx1"/>
                </a:solidFill>
              </a:rPr>
              <a:t>, que tienen las bibliotecas y los ejecutables que utilizan normalmente los usuarios, pero que no son imprescindibles para el sistema, como </a:t>
            </a:r>
            <a:r>
              <a:rPr lang="es-ES_tradnl" altLang="es-ES" sz="2100" b="1" dirty="0" err="1">
                <a:solidFill>
                  <a:schemeClr val="tx1"/>
                </a:solidFill>
              </a:rPr>
              <a:t>awk</a:t>
            </a:r>
            <a:r>
              <a:rPr lang="es-ES_tradnl" altLang="es-ES" sz="2100" b="1" dirty="0">
                <a:solidFill>
                  <a:schemeClr val="tx1"/>
                </a:solidFill>
              </a:rPr>
              <a:t>, </a:t>
            </a:r>
            <a:r>
              <a:rPr lang="es-ES_tradnl" altLang="es-ES" sz="2100" b="1" dirty="0" err="1">
                <a:solidFill>
                  <a:schemeClr val="tx1"/>
                </a:solidFill>
              </a:rPr>
              <a:t>diff</a:t>
            </a:r>
            <a:r>
              <a:rPr lang="es-ES_tradnl" altLang="es-ES" sz="2100" b="1" dirty="0">
                <a:solidFill>
                  <a:schemeClr val="tx1"/>
                </a:solidFill>
              </a:rPr>
              <a:t>, grep, </a:t>
            </a:r>
          </a:p>
        </p:txBody>
      </p:sp>
      <p:sp>
        <p:nvSpPr>
          <p:cNvPr id="154631" name="Rectangle 7">
            <a:extLst>
              <a:ext uri="{FF2B5EF4-FFF2-40B4-BE49-F238E27FC236}">
                <a16:creationId xmlns:a16="http://schemas.microsoft.com/office/drawing/2014/main" id="{4404A674-0C80-88E5-741D-87E8757B68D0}"/>
              </a:ext>
            </a:extLst>
          </p:cNvPr>
          <p:cNvSpPr>
            <a:spLocks noChangeArrowheads="1"/>
          </p:cNvSpPr>
          <p:nvPr/>
        </p:nvSpPr>
        <p:spPr bwMode="auto">
          <a:xfrm>
            <a:off x="752856" y="573024"/>
            <a:ext cx="7620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algn="ctr">
              <a:spcBef>
                <a:spcPct val="20000"/>
              </a:spcBef>
            </a:pPr>
            <a:r>
              <a:rPr lang="es-ES_tradnl" altLang="es-ES" sz="5400" baseline="4000" dirty="0">
                <a:solidFill>
                  <a:schemeClr val="folHlink"/>
                </a:solidFill>
                <a:effectLst>
                  <a:outerShdw blurRad="38100" dist="38100" dir="2700000" algn="tl">
                    <a:srgbClr val="000000"/>
                  </a:outerShdw>
                </a:effectLst>
              </a:rPr>
              <a:t>Directorio /</a:t>
            </a:r>
            <a:r>
              <a:rPr lang="es-ES_tradnl" altLang="es-ES" sz="5400" baseline="4000" dirty="0" err="1">
                <a:solidFill>
                  <a:schemeClr val="folHlink"/>
                </a:solidFill>
                <a:effectLst>
                  <a:outerShdw blurRad="38100" dist="38100" dir="2700000" algn="tl">
                    <a:srgbClr val="000000"/>
                  </a:outerShdw>
                </a:effectLst>
              </a:rPr>
              <a:t>usr</a:t>
            </a:r>
            <a:endParaRPr lang="es-ES_tradnl" altLang="es-ES" dirty="0">
              <a:solidFill>
                <a:srgbClr val="DDDDDD"/>
              </a:solidFill>
            </a:endParaRPr>
          </a:p>
          <a:p>
            <a:pPr lvl="1">
              <a:spcBef>
                <a:spcPct val="20000"/>
              </a:spcBef>
              <a:buFontTx/>
              <a:buChar char="–"/>
            </a:pPr>
            <a:endParaRPr lang="es-ES_tradnl" altLang="es-ES" dirty="0">
              <a:solidFill>
                <a:srgbClr val="DDDDDD"/>
              </a:solidFill>
            </a:endParaRPr>
          </a:p>
        </p:txBody>
      </p:sp>
      <p:sp>
        <p:nvSpPr>
          <p:cNvPr id="154632" name="Rectangle 8">
            <a:extLst>
              <a:ext uri="{FF2B5EF4-FFF2-40B4-BE49-F238E27FC236}">
                <a16:creationId xmlns:a16="http://schemas.microsoft.com/office/drawing/2014/main" id="{69A7E7D8-11F0-C109-DABF-67ABC7062ACE}"/>
              </a:ext>
            </a:extLst>
          </p:cNvPr>
          <p:cNvSpPr>
            <a:spLocks noChangeArrowheads="1"/>
          </p:cNvSpPr>
          <p:nvPr/>
        </p:nvSpPr>
        <p:spPr bwMode="auto">
          <a:xfrm>
            <a:off x="829056" y="3240024"/>
            <a:ext cx="7620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fontAlgn="base">
              <a:spcBef>
                <a:spcPct val="0"/>
              </a:spcBef>
              <a:spcAft>
                <a:spcPct val="0"/>
              </a:spcAft>
              <a:defRPr sz="2400">
                <a:solidFill>
                  <a:schemeClr val="tx1"/>
                </a:solidFill>
                <a:latin typeface="Times New Roman" panose="02020603050405020304" pitchFamily="18" charset="0"/>
              </a:defRPr>
            </a:lvl6pPr>
            <a:lvl7pPr marL="2971800" indent="-228600" fontAlgn="base">
              <a:spcBef>
                <a:spcPct val="0"/>
              </a:spcBef>
              <a:spcAft>
                <a:spcPct val="0"/>
              </a:spcAft>
              <a:defRPr sz="2400">
                <a:solidFill>
                  <a:schemeClr val="tx1"/>
                </a:solidFill>
                <a:latin typeface="Times New Roman" panose="02020603050405020304" pitchFamily="18" charset="0"/>
              </a:defRPr>
            </a:lvl7pPr>
            <a:lvl8pPr marL="3429000" indent="-228600" fontAlgn="base">
              <a:spcBef>
                <a:spcPct val="0"/>
              </a:spcBef>
              <a:spcAft>
                <a:spcPct val="0"/>
              </a:spcAft>
              <a:defRPr sz="2400">
                <a:solidFill>
                  <a:schemeClr val="tx1"/>
                </a:solidFill>
                <a:latin typeface="Times New Roman" panose="02020603050405020304" pitchFamily="18" charset="0"/>
              </a:defRPr>
            </a:lvl8pPr>
            <a:lvl9pPr marL="3886200" indent="-228600" fontAlgn="base">
              <a:spcBef>
                <a:spcPct val="0"/>
              </a:spcBef>
              <a:spcAft>
                <a:spcPct val="0"/>
              </a:spcAft>
              <a:defRPr sz="2400">
                <a:solidFill>
                  <a:schemeClr val="tx1"/>
                </a:solidFill>
                <a:latin typeface="Times New Roman" panose="02020603050405020304" pitchFamily="18" charset="0"/>
              </a:defRPr>
            </a:lvl9pPr>
          </a:lstStyle>
          <a:p>
            <a:pPr algn="ctr">
              <a:spcBef>
                <a:spcPct val="20000"/>
              </a:spcBef>
            </a:pPr>
            <a:r>
              <a:rPr lang="es-ES_tradnl" altLang="es-ES" sz="5400" baseline="4000">
                <a:solidFill>
                  <a:schemeClr val="folHlink"/>
                </a:solidFill>
                <a:effectLst>
                  <a:outerShdw blurRad="38100" dist="38100" dir="2700000" algn="tl">
                    <a:srgbClr val="000000"/>
                  </a:outerShdw>
                </a:effectLst>
              </a:rPr>
              <a:t>Directorio /var</a:t>
            </a:r>
            <a:endParaRPr lang="es-ES_tradnl" altLang="es-ES">
              <a:solidFill>
                <a:srgbClr val="DDDDDD"/>
              </a:solidFill>
            </a:endParaRPr>
          </a:p>
          <a:p>
            <a:pPr lvl="1">
              <a:spcBef>
                <a:spcPct val="20000"/>
              </a:spcBef>
              <a:buFontTx/>
              <a:buChar char="–"/>
            </a:pPr>
            <a:endParaRPr lang="es-ES_tradnl" altLang="es-ES">
              <a:solidFill>
                <a:srgbClr val="DDDDDD"/>
              </a:solidFill>
            </a:endParaRPr>
          </a:p>
        </p:txBody>
      </p:sp>
      <p:sp>
        <p:nvSpPr>
          <p:cNvPr id="154633" name="Rectangle 9">
            <a:extLst>
              <a:ext uri="{FF2B5EF4-FFF2-40B4-BE49-F238E27FC236}">
                <a16:creationId xmlns:a16="http://schemas.microsoft.com/office/drawing/2014/main" id="{AE948F6C-2F8C-605B-BCA5-02E16539D330}"/>
              </a:ext>
            </a:extLst>
          </p:cNvPr>
          <p:cNvSpPr>
            <a:spLocks noChangeArrowheads="1"/>
          </p:cNvSpPr>
          <p:nvPr/>
        </p:nvSpPr>
        <p:spPr bwMode="auto">
          <a:xfrm>
            <a:off x="829056" y="4002024"/>
            <a:ext cx="76200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fontAlgn="base">
              <a:spcBef>
                <a:spcPct val="20000"/>
              </a:spcBef>
              <a:spcAft>
                <a:spcPct val="0"/>
              </a:spcAft>
              <a:buChar char="»"/>
              <a:defRPr sz="2000">
                <a:solidFill>
                  <a:schemeClr val="tx1"/>
                </a:solidFill>
                <a:latin typeface="Times New Roman" panose="02020603050405020304" pitchFamily="18" charset="0"/>
              </a:defRPr>
            </a:lvl6pPr>
            <a:lvl7pPr marL="2971800" indent="-228600" fontAlgn="base">
              <a:spcBef>
                <a:spcPct val="20000"/>
              </a:spcBef>
              <a:spcAft>
                <a:spcPct val="0"/>
              </a:spcAft>
              <a:buChar char="»"/>
              <a:defRPr sz="2000">
                <a:solidFill>
                  <a:schemeClr val="tx1"/>
                </a:solidFill>
                <a:latin typeface="Times New Roman" panose="02020603050405020304" pitchFamily="18" charset="0"/>
              </a:defRPr>
            </a:lvl7pPr>
            <a:lvl8pPr marL="3429000" indent="-228600" fontAlgn="base">
              <a:spcBef>
                <a:spcPct val="20000"/>
              </a:spcBef>
              <a:spcAft>
                <a:spcPct val="0"/>
              </a:spcAft>
              <a:buChar char="»"/>
              <a:defRPr sz="2000">
                <a:solidFill>
                  <a:schemeClr val="tx1"/>
                </a:solidFill>
                <a:latin typeface="Times New Roman" panose="02020603050405020304" pitchFamily="18" charset="0"/>
              </a:defRPr>
            </a:lvl8pPr>
            <a:lvl9pPr marL="3886200" indent="-228600" fontAlgn="base">
              <a:spcBef>
                <a:spcPct val="20000"/>
              </a:spcBef>
              <a:spcAft>
                <a:spcPct val="0"/>
              </a:spcAft>
              <a:buChar char="»"/>
              <a:defRPr sz="2000">
                <a:solidFill>
                  <a:schemeClr val="tx1"/>
                </a:solidFill>
                <a:latin typeface="Times New Roman" panose="02020603050405020304" pitchFamily="18" charset="0"/>
              </a:defRPr>
            </a:lvl9pPr>
          </a:lstStyle>
          <a:p>
            <a:pPr algn="just"/>
            <a:r>
              <a:rPr lang="es-ES_tradnl" altLang="es-ES" sz="2100" b="1" dirty="0"/>
              <a:t>/</a:t>
            </a:r>
            <a:r>
              <a:rPr lang="es-ES_tradnl" altLang="es-ES" sz="2100" b="1" dirty="0" err="1"/>
              <a:t>var</a:t>
            </a:r>
            <a:r>
              <a:rPr lang="es-ES_tradnl" altLang="es-ES" sz="2100" b="1" dirty="0"/>
              <a:t>: Este directorio guarda los ficheros “variables”, como los ficheros donde se guardan los errores, los logs del sistema, los directorios del </a:t>
            </a:r>
            <a:r>
              <a:rPr lang="es-ES_tradnl" altLang="es-ES" sz="2100" b="1" dirty="0" err="1"/>
              <a:t>SPOOL</a:t>
            </a:r>
            <a:r>
              <a:rPr lang="es-ES_tradnl" altLang="es-ES" sz="2100" b="1" dirty="0"/>
              <a:t> de la impresora (el buffer de la impresora por decirlo de algún modo).</a:t>
            </a:r>
            <a:endParaRPr lang="es-ES_tradnl" altLang="es-ES" sz="12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462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463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build="p" autoUpdateAnimBg="0"/>
      <p:bldP spid="154633"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6D1E6772-6F79-5289-8270-3AC67FBA0CE6}"/>
              </a:ext>
            </a:extLst>
          </p:cNvPr>
          <p:cNvSpPr>
            <a:spLocks noGrp="1"/>
          </p:cNvSpPr>
          <p:nvPr>
            <p:ph type="ftr" sz="quarter" idx="11"/>
          </p:nvPr>
        </p:nvSpPr>
        <p:spPr/>
        <p:txBody>
          <a:bodyPr/>
          <a:lstStyle/>
          <a:p>
            <a:r>
              <a:rPr lang="es-ES"/>
              <a:t>Juan Marcelo Gutierrez M.</a:t>
            </a:r>
            <a:endParaRPr lang="es-ES" dirty="0"/>
          </a:p>
        </p:txBody>
      </p:sp>
      <p:sp>
        <p:nvSpPr>
          <p:cNvPr id="5" name="Rectangle 2">
            <a:extLst>
              <a:ext uri="{FF2B5EF4-FFF2-40B4-BE49-F238E27FC236}">
                <a16:creationId xmlns:a16="http://schemas.microsoft.com/office/drawing/2014/main" id="{72F4DF4A-045C-1E35-AF70-496F0D153591}"/>
              </a:ext>
            </a:extLst>
          </p:cNvPr>
          <p:cNvSpPr txBox="1">
            <a:spLocks noChangeArrowheads="1"/>
          </p:cNvSpPr>
          <p:nvPr/>
        </p:nvSpPr>
        <p:spPr>
          <a:xfrm>
            <a:off x="457200" y="274638"/>
            <a:ext cx="8229600" cy="1143000"/>
          </a:xfrm>
          <a:prstGeom prst="rect">
            <a:avLst/>
          </a:prstGeom>
        </p:spPr>
        <p:txBody>
          <a:bodyPr/>
          <a:lstStyle>
            <a:lvl1pPr algn="l" defTabSz="685800" rtl="0" eaLnBrk="1" latinLnBrk="0" hangingPunct="1">
              <a:lnSpc>
                <a:spcPct val="90000"/>
              </a:lnSpc>
              <a:spcBef>
                <a:spcPct val="0"/>
              </a:spcBef>
              <a:buNone/>
              <a:defRPr sz="3300" kern="1200" cap="all" baseline="0">
                <a:solidFill>
                  <a:schemeClr val="tx1">
                    <a:lumMod val="75000"/>
                    <a:lumOff val="25000"/>
                  </a:schemeClr>
                </a:solidFill>
                <a:latin typeface="+mj-lt"/>
                <a:ea typeface="+mj-ea"/>
                <a:cs typeface="+mj-cs"/>
              </a:defRPr>
            </a:lvl1pPr>
          </a:lstStyle>
          <a:p>
            <a:r>
              <a:rPr lang="es-ES" altLang="es-ES"/>
              <a:t>Iniciando Linux</a:t>
            </a:r>
            <a:endParaRPr lang="es-ES" altLang="es-ES" dirty="0"/>
          </a:p>
        </p:txBody>
      </p:sp>
      <p:sp>
        <p:nvSpPr>
          <p:cNvPr id="6" name="Rectangle 3">
            <a:extLst>
              <a:ext uri="{FF2B5EF4-FFF2-40B4-BE49-F238E27FC236}">
                <a16:creationId xmlns:a16="http://schemas.microsoft.com/office/drawing/2014/main" id="{0A68F338-D75D-96D9-82DE-5BADA2642760}"/>
              </a:ext>
            </a:extLst>
          </p:cNvPr>
          <p:cNvSpPr txBox="1">
            <a:spLocks noChangeArrowheads="1"/>
          </p:cNvSpPr>
          <p:nvPr/>
        </p:nvSpPr>
        <p:spPr>
          <a:xfrm>
            <a:off x="250825" y="1196975"/>
            <a:ext cx="8713788" cy="5661025"/>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lumMod val="75000"/>
                    <a:lumOff val="25000"/>
                  </a:schemeClr>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lumMod val="75000"/>
                    <a:lumOff val="25000"/>
                  </a:schemeClr>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lumMod val="75000"/>
                    <a:lumOff val="25000"/>
                  </a:schemeClr>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lumMod val="75000"/>
                    <a:lumOff val="25000"/>
                  </a:schemeClr>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80000"/>
              </a:lnSpc>
            </a:pPr>
            <a:r>
              <a:rPr lang="es-ES" altLang="es-ES" sz="1800" b="1"/>
              <a:t>Para iniciar Linux:</a:t>
            </a:r>
          </a:p>
          <a:p>
            <a:pPr marL="274638" lvl="1" indent="0">
              <a:lnSpc>
                <a:spcPct val="80000"/>
              </a:lnSpc>
            </a:pPr>
            <a:r>
              <a:rPr lang="es-ES" altLang="es-ES" sz="1600"/>
              <a:t>Primero, el sistema pide el login, posteriormente el password (no se ve cuando se teclea) por ejemplo:</a:t>
            </a:r>
          </a:p>
          <a:p>
            <a:pPr marL="534988" lvl="2" indent="0">
              <a:lnSpc>
                <a:spcPct val="80000"/>
              </a:lnSpc>
              <a:buFontTx/>
              <a:buNone/>
            </a:pPr>
            <a:r>
              <a:rPr lang="en-US" altLang="es-ES" sz="1600">
                <a:latin typeface="Courier New" panose="02070309020205020404" pitchFamily="49" charset="0"/>
              </a:rPr>
              <a:t>login as: </a:t>
            </a:r>
            <a:r>
              <a:rPr lang="en-US" altLang="es-ES" sz="1600" b="1">
                <a:latin typeface="Courier New" panose="02070309020205020404" pitchFamily="49" charset="0"/>
              </a:rPr>
              <a:t>sanson</a:t>
            </a:r>
          </a:p>
          <a:p>
            <a:pPr marL="534988" lvl="2" indent="0">
              <a:lnSpc>
                <a:spcPct val="80000"/>
              </a:lnSpc>
              <a:buFontTx/>
              <a:buNone/>
            </a:pPr>
            <a:r>
              <a:rPr lang="en-US" altLang="es-ES" sz="1600">
                <a:latin typeface="Courier New" panose="02070309020205020404" pitchFamily="49" charset="0"/>
              </a:rPr>
              <a:t>sanson@ndikandi.utm.mx's password:</a:t>
            </a:r>
            <a:r>
              <a:rPr lang="en-US" altLang="es-ES" sz="1600" b="1">
                <a:latin typeface="Courier New" panose="02070309020205020404" pitchFamily="49" charset="0"/>
              </a:rPr>
              <a:t> _</a:t>
            </a:r>
          </a:p>
          <a:p>
            <a:pPr marL="0" indent="0">
              <a:lnSpc>
                <a:spcPct val="80000"/>
              </a:lnSpc>
            </a:pPr>
            <a:r>
              <a:rPr lang="es-ES" altLang="es-ES" sz="1600"/>
              <a:t>Lo primero que hay que ver es el </a:t>
            </a:r>
            <a:r>
              <a:rPr lang="es-ES" altLang="es-ES" sz="1800" b="1"/>
              <a:t>contenido</a:t>
            </a:r>
            <a:r>
              <a:rPr lang="es-ES" altLang="es-ES" sz="1600"/>
              <a:t> del sistema, para ello se puede usar el </a:t>
            </a:r>
            <a:r>
              <a:rPr lang="es-ES" altLang="es-ES" sz="1800" b="1"/>
              <a:t>comando ls</a:t>
            </a:r>
            <a:r>
              <a:rPr lang="es-ES" altLang="es-ES" sz="1600"/>
              <a:t>.</a:t>
            </a:r>
          </a:p>
          <a:p>
            <a:pPr marL="274638" lvl="1" indent="0">
              <a:lnSpc>
                <a:spcPct val="80000"/>
              </a:lnSpc>
            </a:pPr>
            <a:r>
              <a:rPr lang="es-ES" altLang="es-ES" sz="1600"/>
              <a:t>Ejemplo:</a:t>
            </a:r>
          </a:p>
          <a:p>
            <a:pPr marL="534988" lvl="2" indent="0">
              <a:lnSpc>
                <a:spcPct val="80000"/>
              </a:lnSpc>
              <a:buFontTx/>
              <a:buNone/>
            </a:pPr>
            <a:r>
              <a:rPr lang="es-ES" altLang="es-ES" sz="1600">
                <a:latin typeface="Courier New" panose="02070309020205020404" pitchFamily="49" charset="0"/>
              </a:rPr>
              <a:t>bash-2.05$ </a:t>
            </a:r>
            <a:r>
              <a:rPr lang="es-ES" altLang="es-ES" sz="2000" b="1">
                <a:latin typeface="Courier New" panose="02070309020205020404" pitchFamily="49" charset="0"/>
              </a:rPr>
              <a:t>ls</a:t>
            </a:r>
          </a:p>
          <a:p>
            <a:pPr marL="534988" lvl="2" indent="0">
              <a:lnSpc>
                <a:spcPct val="80000"/>
              </a:lnSpc>
              <a:buFontTx/>
              <a:buNone/>
            </a:pPr>
            <a:r>
              <a:rPr lang="es-ES" altLang="es-ES" sz="1600">
                <a:latin typeface="Courier New" panose="02070309020205020404" pitchFamily="49" charset="0"/>
              </a:rPr>
              <a:t>Enviados             dead.letter          numeros.o</a:t>
            </a:r>
          </a:p>
          <a:p>
            <a:pPr marL="534988" lvl="2" indent="0">
              <a:lnSpc>
                <a:spcPct val="80000"/>
              </a:lnSpc>
              <a:buFontTx/>
              <a:buNone/>
            </a:pPr>
            <a:r>
              <a:rPr lang="es-ES" altLang="es-ES" sz="1600" b="1">
                <a:latin typeface="Courier New" panose="02070309020205020404" pitchFamily="49" charset="0"/>
              </a:rPr>
              <a:t>. . .</a:t>
            </a:r>
            <a:r>
              <a:rPr lang="es-ES" altLang="es-ES" sz="1600">
                <a:latin typeface="Courier New" panose="02070309020205020404" pitchFamily="49" charset="0"/>
              </a:rPr>
              <a:t> </a:t>
            </a:r>
          </a:p>
          <a:p>
            <a:pPr marL="534988" lvl="2" indent="0">
              <a:lnSpc>
                <a:spcPct val="80000"/>
              </a:lnSpc>
              <a:buFontTx/>
              <a:buNone/>
            </a:pPr>
            <a:r>
              <a:rPr lang="es-ES" altLang="es-ES" sz="1600">
                <a:latin typeface="Courier New" panose="02070309020205020404" pitchFamily="49" charset="0"/>
              </a:rPr>
              <a:t>Papelera             impo.java            Pospuestos          </a:t>
            </a:r>
          </a:p>
          <a:p>
            <a:pPr marL="0" indent="0">
              <a:lnSpc>
                <a:spcPct val="80000"/>
              </a:lnSpc>
            </a:pPr>
            <a:endParaRPr lang="es-ES" altLang="es-ES" sz="1600"/>
          </a:p>
          <a:p>
            <a:pPr marL="0" indent="0">
              <a:lnSpc>
                <a:spcPct val="80000"/>
              </a:lnSpc>
            </a:pPr>
            <a:r>
              <a:rPr lang="es-ES" altLang="es-ES" sz="1600"/>
              <a:t>Otra opción es </a:t>
            </a:r>
          </a:p>
          <a:p>
            <a:pPr marL="274638" lvl="1" indent="0">
              <a:lnSpc>
                <a:spcPct val="80000"/>
              </a:lnSpc>
              <a:buFontTx/>
              <a:buNone/>
            </a:pPr>
            <a:r>
              <a:rPr lang="es-ES" altLang="es-ES" sz="1600">
                <a:latin typeface="Courier New" panose="02070309020205020404" pitchFamily="49" charset="0"/>
              </a:rPr>
              <a:t>bash-2.05$ </a:t>
            </a:r>
            <a:r>
              <a:rPr lang="es-ES" altLang="es-ES" sz="2000" b="1">
                <a:latin typeface="Courier New" panose="02070309020205020404" pitchFamily="49" charset="0"/>
              </a:rPr>
              <a:t>ls -al</a:t>
            </a:r>
          </a:p>
          <a:p>
            <a:pPr marL="274638" lvl="1" indent="0">
              <a:lnSpc>
                <a:spcPct val="80000"/>
              </a:lnSpc>
              <a:buFontTx/>
              <a:buNone/>
            </a:pPr>
            <a:r>
              <a:rPr lang="es-ES" altLang="es-ES" sz="1600">
                <a:latin typeface="Courier New" panose="02070309020205020404" pitchFamily="49" charset="0"/>
              </a:rPr>
              <a:t>drwxr-xr-x   8 merg  computo    1024 Nov  3 05:27 .</a:t>
            </a:r>
          </a:p>
          <a:p>
            <a:pPr marL="274638" lvl="1" indent="0">
              <a:lnSpc>
                <a:spcPct val="80000"/>
              </a:lnSpc>
              <a:buFontTx/>
              <a:buNone/>
            </a:pPr>
            <a:r>
              <a:rPr lang="es-ES" altLang="es-ES" sz="1600">
                <a:latin typeface="Courier New" panose="02070309020205020404" pitchFamily="49" charset="0"/>
              </a:rPr>
              <a:t>drwxr-xr-x 379 root  root       6656 Nov  4 05:53 ..</a:t>
            </a:r>
          </a:p>
          <a:p>
            <a:pPr marL="274638" lvl="1" indent="0">
              <a:lnSpc>
                <a:spcPct val="80000"/>
              </a:lnSpc>
              <a:buFontTx/>
              <a:buNone/>
            </a:pPr>
            <a:r>
              <a:rPr lang="es-ES" altLang="es-ES" sz="1600">
                <a:latin typeface="Courier New" panose="02070309020205020404" pitchFamily="49" charset="0"/>
              </a:rPr>
              <a:t>-rwx--x--x   1 merg  computo    1783 Oct 30  2002 .addressbook</a:t>
            </a:r>
          </a:p>
          <a:p>
            <a:pPr marL="274638" lvl="1" indent="0">
              <a:lnSpc>
                <a:spcPct val="80000"/>
              </a:lnSpc>
              <a:buFontTx/>
              <a:buNone/>
            </a:pPr>
            <a:r>
              <a:rPr lang="es-ES" altLang="es-ES" sz="1600">
                <a:latin typeface="Courier New" panose="02070309020205020404" pitchFamily="49" charset="0"/>
              </a:rPr>
              <a:t>-rwx--x--x   1 merg  computo    2456 Oct 30  2002 .addressbook.lu</a:t>
            </a:r>
          </a:p>
          <a:p>
            <a:pPr marL="274638" lvl="1" indent="0">
              <a:lnSpc>
                <a:spcPct val="80000"/>
              </a:lnSpc>
              <a:buFontTx/>
              <a:buNone/>
            </a:pPr>
            <a:r>
              <a:rPr lang="es-ES" altLang="es-ES" sz="1600">
                <a:latin typeface="Courier New" panose="02070309020205020404" pitchFamily="49" charset="0"/>
              </a:rPr>
              <a:t>-rwx--x--x   1 merg  computo    6030 Nov  5 05:24 .bash_history</a:t>
            </a:r>
          </a:p>
          <a:p>
            <a:pPr marL="274638" lvl="1" indent="0">
              <a:lnSpc>
                <a:spcPct val="80000"/>
              </a:lnSpc>
              <a:buFontTx/>
              <a:buNone/>
            </a:pPr>
            <a:r>
              <a:rPr lang="es-ES" altLang="es-ES" sz="1600">
                <a:latin typeface="Courier New" panose="02070309020205020404" pitchFamily="49" charset="0"/>
              </a:rPr>
              <a:t>-rwx--x--x   1 merg  computo    1328 Sep  1  2002 .cshrc</a:t>
            </a:r>
            <a:endParaRPr lang="es-ES" altLang="es-ES" sz="1600" dirty="0">
              <a:latin typeface="Courier New" panose="02070309020205020404" pitchFamily="49" charset="0"/>
            </a:endParaRPr>
          </a:p>
        </p:txBody>
      </p:sp>
    </p:spTree>
    <p:extLst>
      <p:ext uri="{BB962C8B-B14F-4D97-AF65-F5344CB8AC3E}">
        <p14:creationId xmlns:p14="http://schemas.microsoft.com/office/powerpoint/2010/main" val="9817894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43ABC029-6D8D-5AA9-D08F-DA7E7ABD354A}"/>
              </a:ext>
            </a:extLst>
          </p:cNvPr>
          <p:cNvSpPr>
            <a:spLocks noGrp="1"/>
          </p:cNvSpPr>
          <p:nvPr>
            <p:ph type="ftr" sz="quarter" idx="11"/>
          </p:nvPr>
        </p:nvSpPr>
        <p:spPr/>
        <p:txBody>
          <a:bodyPr/>
          <a:lstStyle/>
          <a:p>
            <a:r>
              <a:rPr lang="es-ES"/>
              <a:t>Juan Marcelo Gutierrez M.</a:t>
            </a:r>
            <a:endParaRPr lang="es-ES" dirty="0"/>
          </a:p>
        </p:txBody>
      </p:sp>
      <p:sp>
        <p:nvSpPr>
          <p:cNvPr id="3" name="Rectangle 3">
            <a:extLst>
              <a:ext uri="{FF2B5EF4-FFF2-40B4-BE49-F238E27FC236}">
                <a16:creationId xmlns:a16="http://schemas.microsoft.com/office/drawing/2014/main" id="{668178EC-5318-8576-117A-964CE3C08C52}"/>
              </a:ext>
            </a:extLst>
          </p:cNvPr>
          <p:cNvSpPr txBox="1">
            <a:spLocks noChangeArrowheads="1"/>
          </p:cNvSpPr>
          <p:nvPr/>
        </p:nvSpPr>
        <p:spPr>
          <a:xfrm>
            <a:off x="250825" y="450850"/>
            <a:ext cx="8642350" cy="5761038"/>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lumMod val="75000"/>
                    <a:lumOff val="25000"/>
                  </a:schemeClr>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lumMod val="75000"/>
                    <a:lumOff val="25000"/>
                  </a:schemeClr>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lumMod val="75000"/>
                    <a:lumOff val="25000"/>
                  </a:schemeClr>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lumMod val="75000"/>
                    <a:lumOff val="25000"/>
                  </a:schemeClr>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80000"/>
              </a:lnSpc>
            </a:pPr>
            <a:r>
              <a:rPr lang="en-US" altLang="es-ES" b="1"/>
              <a:t>Comando mkdir</a:t>
            </a:r>
            <a:r>
              <a:rPr lang="en-US" altLang="es-ES"/>
              <a:t>: Crear directorios</a:t>
            </a:r>
          </a:p>
          <a:p>
            <a:pPr lvl="1">
              <a:lnSpc>
                <a:spcPct val="80000"/>
              </a:lnSpc>
            </a:pPr>
            <a:r>
              <a:rPr lang="en-US" altLang="es-ES" sz="2100"/>
              <a:t>mkdir nombre_directorio</a:t>
            </a:r>
          </a:p>
          <a:p>
            <a:pPr lvl="1">
              <a:lnSpc>
                <a:spcPct val="80000"/>
              </a:lnSpc>
            </a:pPr>
            <a:r>
              <a:rPr lang="en-US" altLang="es-ES" sz="2100"/>
              <a:t>Ejemplo:  </a:t>
            </a:r>
          </a:p>
          <a:p>
            <a:pPr lvl="1">
              <a:lnSpc>
                <a:spcPct val="80000"/>
              </a:lnSpc>
              <a:buFontTx/>
              <a:buNone/>
            </a:pPr>
            <a:r>
              <a:rPr lang="en-US" altLang="es-ES" sz="2100">
                <a:latin typeface="Courier New" panose="02070309020205020404" pitchFamily="49" charset="0"/>
              </a:rPr>
              <a:t>bash-2.05$ </a:t>
            </a:r>
            <a:r>
              <a:rPr lang="en-US" altLang="es-ES" sz="2100" b="1">
                <a:latin typeface="Courier New" panose="02070309020205020404" pitchFamily="49" charset="0"/>
              </a:rPr>
              <a:t>mkdir public_html</a:t>
            </a:r>
          </a:p>
          <a:p>
            <a:pPr>
              <a:lnSpc>
                <a:spcPct val="80000"/>
              </a:lnSpc>
            </a:pPr>
            <a:endParaRPr lang="en-US" altLang="es-ES" b="1">
              <a:latin typeface="Courier New" panose="02070309020205020404" pitchFamily="49" charset="0"/>
            </a:endParaRPr>
          </a:p>
          <a:p>
            <a:pPr>
              <a:lnSpc>
                <a:spcPct val="80000"/>
              </a:lnSpc>
            </a:pPr>
            <a:r>
              <a:rPr lang="en-US" altLang="es-ES" b="1"/>
              <a:t>Comando pwd:</a:t>
            </a:r>
            <a:r>
              <a:rPr lang="en-US" altLang="es-ES"/>
              <a:t> mostrar ruta del directorio de trabajo actual</a:t>
            </a:r>
          </a:p>
          <a:p>
            <a:pPr lvl="1">
              <a:lnSpc>
                <a:spcPct val="80000"/>
              </a:lnSpc>
            </a:pPr>
            <a:r>
              <a:rPr lang="en-US" altLang="es-ES" sz="2100"/>
              <a:t>pwd</a:t>
            </a:r>
          </a:p>
          <a:p>
            <a:pPr lvl="1">
              <a:lnSpc>
                <a:spcPct val="80000"/>
              </a:lnSpc>
              <a:buFontTx/>
              <a:buNone/>
            </a:pPr>
            <a:r>
              <a:rPr lang="en-US" altLang="es-ES" sz="2100">
                <a:latin typeface="Courier New" panose="02070309020205020404" pitchFamily="49" charset="0"/>
              </a:rPr>
              <a:t>bash-2.05$ </a:t>
            </a:r>
            <a:r>
              <a:rPr lang="en-US" altLang="es-ES" sz="2100" b="1">
                <a:latin typeface="Courier New" panose="02070309020205020404" pitchFamily="49" charset="0"/>
              </a:rPr>
              <a:t>pwd</a:t>
            </a:r>
          </a:p>
          <a:p>
            <a:pPr lvl="1">
              <a:lnSpc>
                <a:spcPct val="80000"/>
              </a:lnSpc>
              <a:buFontTx/>
              <a:buNone/>
            </a:pPr>
            <a:r>
              <a:rPr lang="en-US" altLang="es-ES" sz="2100" b="1">
                <a:latin typeface="Courier New" panose="02070309020205020404" pitchFamily="49" charset="0"/>
              </a:rPr>
              <a:t>/export/home/usuarios/merg</a:t>
            </a:r>
          </a:p>
          <a:p>
            <a:pPr lvl="1">
              <a:lnSpc>
                <a:spcPct val="80000"/>
              </a:lnSpc>
              <a:buFontTx/>
              <a:buNone/>
            </a:pPr>
            <a:endParaRPr lang="en-US" altLang="es-ES" sz="2100" b="1">
              <a:latin typeface="Courier New" panose="02070309020205020404" pitchFamily="49" charset="0"/>
            </a:endParaRPr>
          </a:p>
          <a:p>
            <a:pPr>
              <a:lnSpc>
                <a:spcPct val="80000"/>
              </a:lnSpc>
            </a:pPr>
            <a:r>
              <a:rPr lang="en-US" altLang="es-ES" b="1"/>
              <a:t>Comando cd: </a:t>
            </a:r>
            <a:r>
              <a:rPr lang="en-US" altLang="es-ES"/>
              <a:t>cambiar de directorio de trabajo</a:t>
            </a:r>
          </a:p>
          <a:p>
            <a:pPr lvl="1">
              <a:lnSpc>
                <a:spcPct val="80000"/>
              </a:lnSpc>
            </a:pPr>
            <a:r>
              <a:rPr lang="en-US" altLang="es-ES" sz="2100" b="1"/>
              <a:t>cd ..</a:t>
            </a:r>
            <a:r>
              <a:rPr lang="en-US" altLang="es-ES" sz="2100"/>
              <a:t> </a:t>
            </a:r>
            <a:r>
              <a:rPr lang="en-US" altLang="es-ES" sz="2100">
                <a:sym typeface="Wingdings" panose="05000000000000000000" pitchFamily="2" charset="2"/>
              </a:rPr>
              <a:t> Un nivel inferior</a:t>
            </a:r>
          </a:p>
          <a:p>
            <a:pPr lvl="1">
              <a:lnSpc>
                <a:spcPct val="80000"/>
              </a:lnSpc>
            </a:pPr>
            <a:r>
              <a:rPr lang="en-US" altLang="es-ES" sz="2100" b="1">
                <a:sym typeface="Wingdings" panose="05000000000000000000" pitchFamily="2" charset="2"/>
              </a:rPr>
              <a:t>cd ~</a:t>
            </a:r>
            <a:r>
              <a:rPr lang="en-US" altLang="es-ES" sz="2100">
                <a:sym typeface="Wingdings" panose="05000000000000000000" pitchFamily="2" charset="2"/>
              </a:rPr>
              <a:t>  Cambiarse al directorio personal</a:t>
            </a:r>
          </a:p>
          <a:p>
            <a:pPr lvl="1">
              <a:lnSpc>
                <a:spcPct val="80000"/>
              </a:lnSpc>
            </a:pPr>
            <a:r>
              <a:rPr lang="en-US" altLang="es-ES" sz="2100">
                <a:sym typeface="Wingdings" panose="05000000000000000000" pitchFamily="2" charset="2"/>
              </a:rPr>
              <a:t> </a:t>
            </a:r>
            <a:r>
              <a:rPr lang="en-US" altLang="es-ES" sz="2100" b="1">
                <a:sym typeface="Wingdings" panose="05000000000000000000" pitchFamily="2" charset="2"/>
              </a:rPr>
              <a:t>cd ~/public_html/</a:t>
            </a:r>
            <a:r>
              <a:rPr lang="en-US" altLang="es-ES" sz="2100">
                <a:sym typeface="Wingdings" panose="05000000000000000000" pitchFamily="2" charset="2"/>
              </a:rPr>
              <a:t>   Se cambia a public_html que está en el directorio personal</a:t>
            </a:r>
          </a:p>
          <a:p>
            <a:pPr lvl="1">
              <a:lnSpc>
                <a:spcPct val="80000"/>
              </a:lnSpc>
            </a:pPr>
            <a:r>
              <a:rPr lang="en-US" altLang="es-ES" sz="2100" b="1">
                <a:sym typeface="Wingdings" panose="05000000000000000000" pitchFamily="2" charset="2"/>
              </a:rPr>
              <a:t>cd  public_html</a:t>
            </a:r>
            <a:r>
              <a:rPr lang="en-US" altLang="es-ES" sz="2100">
                <a:sym typeface="Wingdings" panose="05000000000000000000" pitchFamily="2" charset="2"/>
              </a:rPr>
              <a:t>  Se cambia al directorio public_html que está un nivel arriba de donde se está actualmente</a:t>
            </a:r>
          </a:p>
          <a:p>
            <a:pPr lvl="1">
              <a:lnSpc>
                <a:spcPct val="80000"/>
              </a:lnSpc>
            </a:pPr>
            <a:r>
              <a:rPr lang="en-US" altLang="es-ES" sz="2100" b="1">
                <a:sym typeface="Wingdings" panose="05000000000000000000" pitchFamily="2" charset="2"/>
              </a:rPr>
              <a:t>cd /usr/bin</a:t>
            </a:r>
            <a:r>
              <a:rPr lang="en-US" altLang="es-ES" sz="2100">
                <a:sym typeface="Wingdings" panose="05000000000000000000" pitchFamily="2" charset="2"/>
              </a:rPr>
              <a:t>	 Se mueve a la raíz de ahí ingresa al directorio usr y de ahí al directorio bin</a:t>
            </a:r>
            <a:endParaRPr lang="en-US" altLang="es-ES" sz="2100" dirty="0">
              <a:sym typeface="Wingdings" panose="05000000000000000000" pitchFamily="2" charset="2"/>
            </a:endParaRPr>
          </a:p>
        </p:txBody>
      </p:sp>
    </p:spTree>
    <p:extLst>
      <p:ext uri="{BB962C8B-B14F-4D97-AF65-F5344CB8AC3E}">
        <p14:creationId xmlns:p14="http://schemas.microsoft.com/office/powerpoint/2010/main" val="6131099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479FDA43-D281-B183-D851-3AB27960E93B}"/>
              </a:ext>
            </a:extLst>
          </p:cNvPr>
          <p:cNvSpPr>
            <a:spLocks noGrp="1"/>
          </p:cNvSpPr>
          <p:nvPr>
            <p:ph type="ftr" sz="quarter" idx="11"/>
          </p:nvPr>
        </p:nvSpPr>
        <p:spPr/>
        <p:txBody>
          <a:bodyPr/>
          <a:lstStyle/>
          <a:p>
            <a:r>
              <a:rPr lang="es-ES"/>
              <a:t>Juan Marcelo Gutierrez M.</a:t>
            </a:r>
            <a:endParaRPr lang="es-ES" dirty="0"/>
          </a:p>
        </p:txBody>
      </p:sp>
      <p:sp>
        <p:nvSpPr>
          <p:cNvPr id="3" name="Rectangle 3">
            <a:extLst>
              <a:ext uri="{FF2B5EF4-FFF2-40B4-BE49-F238E27FC236}">
                <a16:creationId xmlns:a16="http://schemas.microsoft.com/office/drawing/2014/main" id="{457971DD-8A5E-4DAC-C6C2-81E8C88704CB}"/>
              </a:ext>
            </a:extLst>
          </p:cNvPr>
          <p:cNvSpPr txBox="1">
            <a:spLocks noChangeArrowheads="1"/>
          </p:cNvSpPr>
          <p:nvPr/>
        </p:nvSpPr>
        <p:spPr>
          <a:xfrm>
            <a:off x="539750" y="836613"/>
            <a:ext cx="8229600" cy="5545137"/>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lumMod val="75000"/>
                    <a:lumOff val="25000"/>
                  </a:schemeClr>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lumMod val="75000"/>
                    <a:lumOff val="25000"/>
                  </a:schemeClr>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lumMod val="75000"/>
                    <a:lumOff val="25000"/>
                  </a:schemeClr>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lumMod val="75000"/>
                    <a:lumOff val="25000"/>
                  </a:schemeClr>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es-ES" sz="2400" b="1"/>
              <a:t>Comando find:</a:t>
            </a:r>
            <a:r>
              <a:rPr lang="en-US" altLang="es-ES" sz="2400"/>
              <a:t> Búsqueda de archivos.</a:t>
            </a:r>
          </a:p>
          <a:p>
            <a:pPr lvl="1">
              <a:buFontTx/>
              <a:buNone/>
            </a:pPr>
            <a:r>
              <a:rPr lang="en-US" altLang="es-ES" sz="2400"/>
              <a:t>bash-2.05$ </a:t>
            </a:r>
            <a:r>
              <a:rPr lang="en-US" altLang="es-ES" sz="2400" b="1"/>
              <a:t>find /usr/bin -name ‘perl’ -print</a:t>
            </a:r>
          </a:p>
          <a:p>
            <a:pPr lvl="1">
              <a:buFontTx/>
              <a:buNone/>
            </a:pPr>
            <a:r>
              <a:rPr lang="en-US" altLang="es-ES" sz="2400" b="1"/>
              <a:t>/usr/bin/perl</a:t>
            </a:r>
          </a:p>
          <a:p>
            <a:pPr lvl="1"/>
            <a:r>
              <a:rPr lang="en-US" altLang="es-ES" sz="2400"/>
              <a:t>Buscar en el directorio /usr/bin/ el comando de nombre perl y mostrarlo en pantalla</a:t>
            </a:r>
          </a:p>
          <a:p>
            <a:pPr lvl="1"/>
            <a:endParaRPr lang="en-US" altLang="es-ES" sz="2400"/>
          </a:p>
          <a:p>
            <a:pPr lvl="1">
              <a:buFontTx/>
              <a:buNone/>
            </a:pPr>
            <a:r>
              <a:rPr lang="de-DE" altLang="es-ES" sz="2400"/>
              <a:t>bash-2.05$ </a:t>
            </a:r>
            <a:r>
              <a:rPr lang="de-DE" altLang="es-ES" sz="2400" b="1"/>
              <a:t>find /usr/bin -name 'pro*' -print</a:t>
            </a:r>
          </a:p>
          <a:p>
            <a:pPr lvl="1">
              <a:buFontTx/>
              <a:buNone/>
            </a:pPr>
            <a:r>
              <a:rPr lang="de-DE" altLang="es-ES" sz="2400" b="1"/>
              <a:t>/usr/bin/profiles</a:t>
            </a:r>
          </a:p>
          <a:p>
            <a:pPr lvl="1">
              <a:buFontTx/>
              <a:buNone/>
            </a:pPr>
            <a:r>
              <a:rPr lang="de-DE" altLang="es-ES" sz="2400" b="1"/>
              <a:t>/usr/bin/projects</a:t>
            </a:r>
          </a:p>
          <a:p>
            <a:pPr lvl="1">
              <a:buFontTx/>
              <a:buNone/>
            </a:pPr>
            <a:r>
              <a:rPr lang="de-DE" altLang="es-ES" sz="2400" b="1"/>
              <a:t>/usr/bin/prodreg</a:t>
            </a:r>
            <a:endParaRPr lang="en-US" altLang="es-ES" sz="2000"/>
          </a:p>
          <a:p>
            <a:endParaRPr lang="es-ES" altLang="es-ES" sz="2400" dirty="0"/>
          </a:p>
        </p:txBody>
      </p:sp>
    </p:spTree>
    <p:extLst>
      <p:ext uri="{BB962C8B-B14F-4D97-AF65-F5344CB8AC3E}">
        <p14:creationId xmlns:p14="http://schemas.microsoft.com/office/powerpoint/2010/main" val="38110925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4E286FF5-913D-D8F2-DFB2-0175A69666F6}"/>
              </a:ext>
            </a:extLst>
          </p:cNvPr>
          <p:cNvSpPr>
            <a:spLocks noGrp="1"/>
          </p:cNvSpPr>
          <p:nvPr>
            <p:ph type="ftr" sz="quarter" idx="11"/>
          </p:nvPr>
        </p:nvSpPr>
        <p:spPr/>
        <p:txBody>
          <a:bodyPr/>
          <a:lstStyle/>
          <a:p>
            <a:r>
              <a:rPr lang="es-ES"/>
              <a:t>Juan Marcelo Gutierrez M.</a:t>
            </a:r>
            <a:endParaRPr lang="es-ES" dirty="0"/>
          </a:p>
        </p:txBody>
      </p:sp>
      <p:sp>
        <p:nvSpPr>
          <p:cNvPr id="3" name="Rectangle 3">
            <a:extLst>
              <a:ext uri="{FF2B5EF4-FFF2-40B4-BE49-F238E27FC236}">
                <a16:creationId xmlns:a16="http://schemas.microsoft.com/office/drawing/2014/main" id="{5E7FF71E-875C-399C-A703-0664EF8E895F}"/>
              </a:ext>
            </a:extLst>
          </p:cNvPr>
          <p:cNvSpPr txBox="1">
            <a:spLocks noChangeArrowheads="1"/>
          </p:cNvSpPr>
          <p:nvPr/>
        </p:nvSpPr>
        <p:spPr>
          <a:xfrm>
            <a:off x="358775" y="418306"/>
            <a:ext cx="8785225" cy="6021387"/>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lumMod val="75000"/>
                    <a:lumOff val="25000"/>
                  </a:schemeClr>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lumMod val="75000"/>
                    <a:lumOff val="25000"/>
                  </a:schemeClr>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lumMod val="75000"/>
                    <a:lumOff val="25000"/>
                  </a:schemeClr>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lumMod val="75000"/>
                    <a:lumOff val="25000"/>
                  </a:schemeClr>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s-ES" altLang="es-ES" sz="1800" b="1"/>
              <a:t>Cat </a:t>
            </a:r>
            <a:r>
              <a:rPr lang="es-ES" altLang="es-ES" sz="1800" b="1">
                <a:sym typeface="Wingdings" panose="05000000000000000000" pitchFamily="2" charset="2"/>
              </a:rPr>
              <a:t> Muestra el contenido de un archivo de texto</a:t>
            </a:r>
          </a:p>
          <a:p>
            <a:pPr lvl="1"/>
            <a:r>
              <a:rPr lang="es-ES" altLang="es-ES"/>
              <a:t>n para mostrar el número de línea </a:t>
            </a:r>
          </a:p>
          <a:p>
            <a:pPr lvl="1"/>
            <a:endParaRPr lang="es-ES" altLang="es-ES"/>
          </a:p>
          <a:p>
            <a:pPr>
              <a:buFontTx/>
              <a:buNone/>
            </a:pPr>
            <a:r>
              <a:rPr lang="es-ES" altLang="es-ES" sz="1800"/>
              <a:t>bash-2.05$ </a:t>
            </a:r>
            <a:r>
              <a:rPr lang="es-ES" altLang="es-ES" sz="1800" b="1"/>
              <a:t>cat -n  HelloWorld.java</a:t>
            </a:r>
          </a:p>
          <a:p>
            <a:pPr>
              <a:buFontTx/>
              <a:buNone/>
            </a:pPr>
            <a:r>
              <a:rPr lang="es-ES" altLang="es-ES" sz="1800" b="1"/>
              <a:t>     1  public class HelloWorld {</a:t>
            </a:r>
          </a:p>
          <a:p>
            <a:pPr>
              <a:buFontTx/>
              <a:buNone/>
            </a:pPr>
            <a:r>
              <a:rPr lang="es-ES" altLang="es-ES" sz="1800" b="1"/>
              <a:t>     2</a:t>
            </a:r>
          </a:p>
          <a:p>
            <a:pPr>
              <a:buFontTx/>
              <a:buNone/>
            </a:pPr>
            <a:r>
              <a:rPr lang="es-ES" altLang="es-ES" sz="1800" b="1"/>
              <a:t>     3          public static void main(String[] args) {</a:t>
            </a:r>
          </a:p>
          <a:p>
            <a:pPr>
              <a:buFontTx/>
              <a:buNone/>
            </a:pPr>
            <a:r>
              <a:rPr lang="es-ES" altLang="es-ES" sz="1800" b="1"/>
              <a:t>     4                  java.lang.System.out.println("Hello World!");</a:t>
            </a:r>
          </a:p>
          <a:p>
            <a:pPr>
              <a:buFontTx/>
              <a:buNone/>
            </a:pPr>
            <a:r>
              <a:rPr lang="es-ES" altLang="es-ES" sz="1800" b="1"/>
              <a:t>     5          }</a:t>
            </a:r>
          </a:p>
          <a:p>
            <a:pPr>
              <a:buFontTx/>
              <a:buNone/>
            </a:pPr>
            <a:r>
              <a:rPr lang="es-ES" altLang="es-ES" sz="1800" b="1"/>
              <a:t>     6</a:t>
            </a:r>
          </a:p>
          <a:p>
            <a:pPr>
              <a:buFontTx/>
              <a:buNone/>
            </a:pPr>
            <a:r>
              <a:rPr lang="es-ES" altLang="es-ES" sz="1800" b="1"/>
              <a:t>     7  }</a:t>
            </a:r>
          </a:p>
          <a:p>
            <a:pPr>
              <a:buFontTx/>
              <a:buNone/>
            </a:pPr>
            <a:endParaRPr lang="es-ES" altLang="es-ES" sz="900"/>
          </a:p>
          <a:p>
            <a:pPr>
              <a:buFontTx/>
              <a:buNone/>
            </a:pPr>
            <a:r>
              <a:rPr lang="es-ES" altLang="es-ES" sz="1800"/>
              <a:t>	Es posible usar el comando cat para mostrar el contenido de más de un archivo al mismo tiempo: </a:t>
            </a:r>
          </a:p>
          <a:p>
            <a:pPr algn="ctr">
              <a:buFontTx/>
              <a:buNone/>
            </a:pPr>
            <a:r>
              <a:rPr lang="es-ES" altLang="es-ES" sz="1800"/>
              <a:t>cat hola.txt   texto2.txt    texto3.txt   *.c</a:t>
            </a:r>
          </a:p>
          <a:p>
            <a:pPr>
              <a:buFontTx/>
              <a:buNone/>
            </a:pPr>
            <a:endParaRPr lang="es-ES" altLang="es-ES" sz="900"/>
          </a:p>
          <a:p>
            <a:r>
              <a:rPr lang="es-ES" altLang="es-ES" sz="2000" b="1"/>
              <a:t>Se puede ejecutar el comando cat, pero enviar la salida a un archivo:</a:t>
            </a:r>
          </a:p>
          <a:p>
            <a:pPr lvl="1"/>
            <a:r>
              <a:rPr lang="es-ES" altLang="es-ES" b="1"/>
              <a:t>cat HelloWorld.java &gt; ejemplo.txt   </a:t>
            </a:r>
            <a:r>
              <a:rPr lang="es-ES" altLang="es-ES" b="1">
                <a:sym typeface="Wingdings" panose="05000000000000000000" pitchFamily="2" charset="2"/>
              </a:rPr>
              <a:t> Genera un nuevo archivo</a:t>
            </a:r>
          </a:p>
          <a:p>
            <a:pPr lvl="1"/>
            <a:r>
              <a:rPr lang="es-ES" altLang="es-ES" b="1"/>
              <a:t>cat HelloWorld.java &gt;&gt; ejemplo.txt   </a:t>
            </a:r>
            <a:r>
              <a:rPr lang="es-ES" altLang="es-ES" b="1">
                <a:sym typeface="Wingdings" panose="05000000000000000000" pitchFamily="2" charset="2"/>
              </a:rPr>
              <a:t> Agrega al final del archivo especificado</a:t>
            </a:r>
            <a:endParaRPr lang="es-ES" altLang="es-ES" b="1" dirty="0"/>
          </a:p>
        </p:txBody>
      </p:sp>
    </p:spTree>
    <p:extLst>
      <p:ext uri="{BB962C8B-B14F-4D97-AF65-F5344CB8AC3E}">
        <p14:creationId xmlns:p14="http://schemas.microsoft.com/office/powerpoint/2010/main" val="34186365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7B06CF20-51B1-7FFE-F77D-0B0A40BEF455}"/>
              </a:ext>
            </a:extLst>
          </p:cNvPr>
          <p:cNvSpPr>
            <a:spLocks noGrp="1"/>
          </p:cNvSpPr>
          <p:nvPr>
            <p:ph type="ftr" sz="quarter" idx="11"/>
          </p:nvPr>
        </p:nvSpPr>
        <p:spPr/>
        <p:txBody>
          <a:bodyPr/>
          <a:lstStyle/>
          <a:p>
            <a:r>
              <a:rPr lang="es-ES"/>
              <a:t>Juan Marcelo Gutierrez M.</a:t>
            </a:r>
            <a:endParaRPr lang="es-ES" dirty="0"/>
          </a:p>
        </p:txBody>
      </p:sp>
      <p:sp>
        <p:nvSpPr>
          <p:cNvPr id="3" name="Rectangle 3">
            <a:extLst>
              <a:ext uri="{FF2B5EF4-FFF2-40B4-BE49-F238E27FC236}">
                <a16:creationId xmlns:a16="http://schemas.microsoft.com/office/drawing/2014/main" id="{9A417568-06BA-5B5A-F215-C4159AB56C24}"/>
              </a:ext>
            </a:extLst>
          </p:cNvPr>
          <p:cNvSpPr txBox="1">
            <a:spLocks noChangeArrowheads="1"/>
          </p:cNvSpPr>
          <p:nvPr/>
        </p:nvSpPr>
        <p:spPr>
          <a:xfrm>
            <a:off x="594360" y="514731"/>
            <a:ext cx="8229600" cy="5145088"/>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lumMod val="75000"/>
                    <a:lumOff val="25000"/>
                  </a:schemeClr>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lumMod val="75000"/>
                    <a:lumOff val="25000"/>
                  </a:schemeClr>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lumMod val="75000"/>
                    <a:lumOff val="25000"/>
                  </a:schemeClr>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lumMod val="75000"/>
                    <a:lumOff val="25000"/>
                  </a:schemeClr>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80000"/>
              </a:lnSpc>
            </a:pPr>
            <a:r>
              <a:rPr lang="es-ES" altLang="es-ES" sz="2400" b="1"/>
              <a:t>Comando more: </a:t>
            </a:r>
            <a:r>
              <a:rPr lang="es-ES" altLang="es-ES" sz="2400"/>
              <a:t>igual que el anterior, muestra el archivo, pero por páginas.</a:t>
            </a:r>
          </a:p>
          <a:p>
            <a:pPr lvl="1">
              <a:lnSpc>
                <a:spcPct val="80000"/>
              </a:lnSpc>
            </a:pPr>
            <a:r>
              <a:rPr lang="es-ES" altLang="es-ES" sz="2000"/>
              <a:t>Con enter avanza línea a línea, espacio para avanzar página por página</a:t>
            </a:r>
          </a:p>
          <a:p>
            <a:pPr lvl="1">
              <a:lnSpc>
                <a:spcPct val="80000"/>
              </a:lnSpc>
            </a:pPr>
            <a:r>
              <a:rPr lang="es-ES" altLang="es-ES" sz="2000"/>
              <a:t>Ejemplo: </a:t>
            </a:r>
          </a:p>
          <a:p>
            <a:pPr lvl="2">
              <a:lnSpc>
                <a:spcPct val="80000"/>
              </a:lnSpc>
            </a:pPr>
            <a:r>
              <a:rPr lang="es-ES" altLang="es-ES" sz="1800" b="1"/>
              <a:t>more archivolargo.txt</a:t>
            </a:r>
          </a:p>
          <a:p>
            <a:pPr lvl="2">
              <a:lnSpc>
                <a:spcPct val="80000"/>
              </a:lnSpc>
            </a:pPr>
            <a:endParaRPr lang="es-ES" altLang="es-ES" sz="1800" b="1"/>
          </a:p>
          <a:p>
            <a:pPr>
              <a:lnSpc>
                <a:spcPct val="80000"/>
              </a:lnSpc>
            </a:pPr>
            <a:r>
              <a:rPr lang="es-ES" altLang="es-ES" sz="2400" b="1"/>
              <a:t>Comando less: </a:t>
            </a:r>
            <a:r>
              <a:rPr lang="es-ES" altLang="es-ES" sz="2400"/>
              <a:t> igual que more, pero permite usar el cursor (flechas) para navegar en el archivo. </a:t>
            </a:r>
          </a:p>
          <a:p>
            <a:pPr lvl="1">
              <a:lnSpc>
                <a:spcPct val="80000"/>
              </a:lnSpc>
            </a:pPr>
            <a:r>
              <a:rPr lang="es-ES" altLang="es-ES" sz="2000"/>
              <a:t>Movimiento </a:t>
            </a:r>
            <a:r>
              <a:rPr lang="es-ES" altLang="es-ES" sz="2000">
                <a:sym typeface="Wingdings" panose="05000000000000000000" pitchFamily="2" charset="2"/>
              </a:rPr>
              <a:t></a:t>
            </a:r>
            <a:r>
              <a:rPr lang="es-ES" altLang="es-ES" sz="2000"/>
              <a:t> flechas</a:t>
            </a:r>
          </a:p>
          <a:p>
            <a:pPr lvl="1">
              <a:lnSpc>
                <a:spcPct val="80000"/>
              </a:lnSpc>
            </a:pPr>
            <a:r>
              <a:rPr lang="es-ES" altLang="es-ES" sz="2000"/>
              <a:t>Para salir escribir </a:t>
            </a:r>
            <a:r>
              <a:rPr lang="es-ES" altLang="es-ES" sz="2000">
                <a:sym typeface="Wingdings" panose="05000000000000000000" pitchFamily="2" charset="2"/>
              </a:rPr>
              <a:t></a:t>
            </a:r>
            <a:r>
              <a:rPr lang="es-ES" altLang="es-ES" sz="2000"/>
              <a:t>  </a:t>
            </a:r>
            <a:r>
              <a:rPr lang="es-ES" altLang="es-ES" sz="2000" b="1"/>
              <a:t>:q</a:t>
            </a:r>
          </a:p>
          <a:p>
            <a:pPr lvl="1">
              <a:lnSpc>
                <a:spcPct val="80000"/>
              </a:lnSpc>
            </a:pPr>
            <a:r>
              <a:rPr lang="es-ES" altLang="es-ES" sz="2000"/>
              <a:t>M   </a:t>
            </a:r>
            <a:r>
              <a:rPr lang="es-ES" altLang="es-ES" sz="2000">
                <a:sym typeface="Wingdings" panose="05000000000000000000" pitchFamily="2" charset="2"/>
              </a:rPr>
              <a:t> muestra en que línea se encuentra</a:t>
            </a:r>
            <a:endParaRPr lang="es-ES" altLang="es-ES" sz="2000"/>
          </a:p>
          <a:p>
            <a:pPr lvl="1">
              <a:lnSpc>
                <a:spcPct val="80000"/>
              </a:lnSpc>
            </a:pPr>
            <a:r>
              <a:rPr lang="es-ES" altLang="es-ES" sz="2000"/>
              <a:t>Ejemplo</a:t>
            </a:r>
          </a:p>
          <a:p>
            <a:pPr lvl="2">
              <a:lnSpc>
                <a:spcPct val="80000"/>
              </a:lnSpc>
            </a:pPr>
            <a:r>
              <a:rPr lang="es-ES" altLang="es-ES" sz="1800" b="1"/>
              <a:t>less archivolargo.txt</a:t>
            </a:r>
          </a:p>
          <a:p>
            <a:pPr lvl="2">
              <a:lnSpc>
                <a:spcPct val="80000"/>
              </a:lnSpc>
            </a:pPr>
            <a:endParaRPr lang="es-ES" altLang="es-ES" sz="1800" b="1"/>
          </a:p>
          <a:p>
            <a:pPr lvl="2">
              <a:lnSpc>
                <a:spcPct val="80000"/>
              </a:lnSpc>
            </a:pPr>
            <a:endParaRPr lang="es-ES" altLang="es-ES" sz="1800" b="1"/>
          </a:p>
          <a:p>
            <a:pPr>
              <a:lnSpc>
                <a:spcPct val="80000"/>
              </a:lnSpc>
            </a:pPr>
            <a:r>
              <a:rPr lang="es-ES" altLang="es-ES" sz="2400" b="1"/>
              <a:t>Comando wc: </a:t>
            </a:r>
            <a:r>
              <a:rPr lang="es-ES" altLang="es-ES" sz="2400"/>
              <a:t>Cuenta cuantas líneas, palabras y caracteres hay en un archivo.</a:t>
            </a:r>
          </a:p>
          <a:p>
            <a:pPr lvl="1">
              <a:lnSpc>
                <a:spcPct val="80000"/>
              </a:lnSpc>
            </a:pPr>
            <a:endParaRPr lang="es-ES" altLang="es-ES" sz="2000" dirty="0"/>
          </a:p>
        </p:txBody>
      </p:sp>
    </p:spTree>
    <p:extLst>
      <p:ext uri="{BB962C8B-B14F-4D97-AF65-F5344CB8AC3E}">
        <p14:creationId xmlns:p14="http://schemas.microsoft.com/office/powerpoint/2010/main" val="29214588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2201A22E-5BD5-B61F-C3C3-E7EC7CF20C1E}"/>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38330C8D-70EE-3B25-C420-5FA53873903F}"/>
              </a:ext>
            </a:extLst>
          </p:cNvPr>
          <p:cNvSpPr txBox="1"/>
          <p:nvPr/>
        </p:nvSpPr>
        <p:spPr>
          <a:xfrm>
            <a:off x="923731" y="286530"/>
            <a:ext cx="4572000" cy="461665"/>
          </a:xfrm>
          <a:prstGeom prst="rect">
            <a:avLst/>
          </a:prstGeom>
          <a:noFill/>
        </p:spPr>
        <p:txBody>
          <a:bodyPr wrap="square">
            <a:spAutoFit/>
          </a:bodyPr>
          <a:lstStyle/>
          <a:p>
            <a:r>
              <a:rPr lang="es-ES" sz="2400" dirty="0"/>
              <a:t>Concatenación de órdenes</a:t>
            </a:r>
          </a:p>
        </p:txBody>
      </p:sp>
      <p:sp>
        <p:nvSpPr>
          <p:cNvPr id="6" name="CuadroTexto 5">
            <a:extLst>
              <a:ext uri="{FF2B5EF4-FFF2-40B4-BE49-F238E27FC236}">
                <a16:creationId xmlns:a16="http://schemas.microsoft.com/office/drawing/2014/main" id="{07342AA2-4A47-C44B-7404-981B48D2DFA8}"/>
              </a:ext>
            </a:extLst>
          </p:cNvPr>
          <p:cNvSpPr txBox="1"/>
          <p:nvPr/>
        </p:nvSpPr>
        <p:spPr>
          <a:xfrm>
            <a:off x="363894" y="1058939"/>
            <a:ext cx="8658808" cy="923330"/>
          </a:xfrm>
          <a:prstGeom prst="rect">
            <a:avLst/>
          </a:prstGeom>
          <a:noFill/>
        </p:spPr>
        <p:txBody>
          <a:bodyPr wrap="square">
            <a:spAutoFit/>
          </a:bodyPr>
          <a:lstStyle/>
          <a:p>
            <a:pPr algn="just"/>
            <a:r>
              <a:rPr lang="es-ES" dirty="0"/>
              <a:t>Aunque lo habitual es escribir una orden en cada línea, en ocasiones resulta conveniente incluir más de una. El modo más sencillo de llevar a cabo esta concatenación de órdenes es mediante el carácter de punto y coma (;):</a:t>
            </a:r>
          </a:p>
        </p:txBody>
      </p:sp>
      <p:pic>
        <p:nvPicPr>
          <p:cNvPr id="8" name="Imagen 7">
            <a:extLst>
              <a:ext uri="{FF2B5EF4-FFF2-40B4-BE49-F238E27FC236}">
                <a16:creationId xmlns:a16="http://schemas.microsoft.com/office/drawing/2014/main" id="{8C8F310E-9EDF-EB84-1143-DFB8866D613B}"/>
              </a:ext>
            </a:extLst>
          </p:cNvPr>
          <p:cNvPicPr>
            <a:picLocks noChangeAspect="1"/>
          </p:cNvPicPr>
          <p:nvPr/>
        </p:nvPicPr>
        <p:blipFill>
          <a:blip r:embed="rId2"/>
          <a:stretch>
            <a:fillRect/>
          </a:stretch>
        </p:blipFill>
        <p:spPr>
          <a:xfrm>
            <a:off x="173054" y="2011526"/>
            <a:ext cx="9040487" cy="1200318"/>
          </a:xfrm>
          <a:prstGeom prst="rect">
            <a:avLst/>
          </a:prstGeom>
        </p:spPr>
      </p:pic>
      <p:sp>
        <p:nvSpPr>
          <p:cNvPr id="10" name="CuadroTexto 9">
            <a:extLst>
              <a:ext uri="{FF2B5EF4-FFF2-40B4-BE49-F238E27FC236}">
                <a16:creationId xmlns:a16="http://schemas.microsoft.com/office/drawing/2014/main" id="{C05464DB-84A7-EE0C-9F11-843D34D9DE65}"/>
              </a:ext>
            </a:extLst>
          </p:cNvPr>
          <p:cNvSpPr txBox="1"/>
          <p:nvPr/>
        </p:nvSpPr>
        <p:spPr>
          <a:xfrm>
            <a:off x="363894" y="3290562"/>
            <a:ext cx="8780106" cy="923330"/>
          </a:xfrm>
          <a:prstGeom prst="rect">
            <a:avLst/>
          </a:prstGeom>
          <a:noFill/>
        </p:spPr>
        <p:txBody>
          <a:bodyPr wrap="square">
            <a:spAutoFit/>
          </a:bodyPr>
          <a:lstStyle>
            <a:defPPr rtl="0">
              <a:defRPr lang="es-ES"/>
            </a:defPPr>
            <a:lvl1pPr algn="just"/>
          </a:lstStyle>
          <a:p>
            <a:r>
              <a:rPr lang="es-ES" dirty="0"/>
              <a:t>Es posible también que se quiera hacer lo contrario, esto es, escribir en dos líneas un mismo comando porque este, por ejemplo, sea demasiado largo. En ese caso, lo que se hace es escapar el cambio de línea:</a:t>
            </a:r>
          </a:p>
        </p:txBody>
      </p:sp>
      <p:pic>
        <p:nvPicPr>
          <p:cNvPr id="12" name="Imagen 11">
            <a:extLst>
              <a:ext uri="{FF2B5EF4-FFF2-40B4-BE49-F238E27FC236}">
                <a16:creationId xmlns:a16="http://schemas.microsoft.com/office/drawing/2014/main" id="{52E560ED-DFB1-2347-1D08-172FAEF2FCBC}"/>
              </a:ext>
            </a:extLst>
          </p:cNvPr>
          <p:cNvPicPr>
            <a:picLocks noChangeAspect="1"/>
          </p:cNvPicPr>
          <p:nvPr/>
        </p:nvPicPr>
        <p:blipFill>
          <a:blip r:embed="rId3"/>
          <a:stretch>
            <a:fillRect/>
          </a:stretch>
        </p:blipFill>
        <p:spPr>
          <a:xfrm>
            <a:off x="1565723" y="4565835"/>
            <a:ext cx="5172797" cy="600159"/>
          </a:xfrm>
          <a:prstGeom prst="rect">
            <a:avLst/>
          </a:prstGeom>
        </p:spPr>
      </p:pic>
    </p:spTree>
    <p:extLst>
      <p:ext uri="{BB962C8B-B14F-4D97-AF65-F5344CB8AC3E}">
        <p14:creationId xmlns:p14="http://schemas.microsoft.com/office/powerpoint/2010/main" val="11216444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80FB1459-92AA-31F2-AA02-6AF48B7C83B8}"/>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F953F68A-598B-20DD-C270-2049242954DB}"/>
              </a:ext>
            </a:extLst>
          </p:cNvPr>
          <p:cNvSpPr txBox="1"/>
          <p:nvPr/>
        </p:nvSpPr>
        <p:spPr>
          <a:xfrm>
            <a:off x="447869" y="393547"/>
            <a:ext cx="8229599" cy="1938992"/>
          </a:xfrm>
          <a:prstGeom prst="rect">
            <a:avLst/>
          </a:prstGeom>
          <a:noFill/>
        </p:spPr>
        <p:txBody>
          <a:bodyPr wrap="square">
            <a:spAutoFit/>
          </a:bodyPr>
          <a:lstStyle/>
          <a:p>
            <a:pPr algn="just"/>
            <a:r>
              <a:rPr lang="es-ES" sz="2400" b="1" dirty="0"/>
              <a:t>Otro modo de concatenar órdenes es mediante los operadores &amp;&amp; (and lógico) y || (o lógico). El primer operador ejecutará la segunda orden sólo si la primera tuvo éxito, mientras que el segundo la ejecutará sólo si no la tuvo.</a:t>
            </a:r>
          </a:p>
        </p:txBody>
      </p:sp>
      <p:pic>
        <p:nvPicPr>
          <p:cNvPr id="6" name="Imagen 5">
            <a:extLst>
              <a:ext uri="{FF2B5EF4-FFF2-40B4-BE49-F238E27FC236}">
                <a16:creationId xmlns:a16="http://schemas.microsoft.com/office/drawing/2014/main" id="{E03370B6-E4AA-09E9-7F68-57C506C6D265}"/>
              </a:ext>
            </a:extLst>
          </p:cNvPr>
          <p:cNvPicPr>
            <a:picLocks noChangeAspect="1"/>
          </p:cNvPicPr>
          <p:nvPr/>
        </p:nvPicPr>
        <p:blipFill>
          <a:blip r:embed="rId2"/>
          <a:stretch>
            <a:fillRect/>
          </a:stretch>
        </p:blipFill>
        <p:spPr>
          <a:xfrm>
            <a:off x="51756" y="2604778"/>
            <a:ext cx="9040487" cy="3029373"/>
          </a:xfrm>
          <a:prstGeom prst="rect">
            <a:avLst/>
          </a:prstGeom>
        </p:spPr>
      </p:pic>
    </p:spTree>
    <p:extLst>
      <p:ext uri="{BB962C8B-B14F-4D97-AF65-F5344CB8AC3E}">
        <p14:creationId xmlns:p14="http://schemas.microsoft.com/office/powerpoint/2010/main" val="42319312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4450BC62-46EB-93FE-103B-5F4C62A2F9FF}"/>
              </a:ext>
            </a:extLst>
          </p:cNvPr>
          <p:cNvSpPr>
            <a:spLocks noGrp="1"/>
          </p:cNvSpPr>
          <p:nvPr>
            <p:ph type="ftr" sz="quarter" idx="11"/>
          </p:nvPr>
        </p:nvSpPr>
        <p:spPr/>
        <p:txBody>
          <a:bodyPr/>
          <a:lstStyle/>
          <a:p>
            <a:r>
              <a:rPr lang="es-ES"/>
              <a:t>Juan Marcelo Gutierrez M.</a:t>
            </a:r>
            <a:endParaRPr lang="es-ES" dirty="0"/>
          </a:p>
        </p:txBody>
      </p:sp>
      <p:pic>
        <p:nvPicPr>
          <p:cNvPr id="4" name="Imagen 3">
            <a:extLst>
              <a:ext uri="{FF2B5EF4-FFF2-40B4-BE49-F238E27FC236}">
                <a16:creationId xmlns:a16="http://schemas.microsoft.com/office/drawing/2014/main" id="{C1F14AA7-D252-9CC8-F7B5-5F96BC946CD8}"/>
              </a:ext>
            </a:extLst>
          </p:cNvPr>
          <p:cNvPicPr>
            <a:picLocks noChangeAspect="1"/>
          </p:cNvPicPr>
          <p:nvPr/>
        </p:nvPicPr>
        <p:blipFill>
          <a:blip r:embed="rId2"/>
          <a:stretch>
            <a:fillRect/>
          </a:stretch>
        </p:blipFill>
        <p:spPr>
          <a:xfrm>
            <a:off x="46993" y="1261760"/>
            <a:ext cx="9050013" cy="4334480"/>
          </a:xfrm>
          <a:prstGeom prst="rect">
            <a:avLst/>
          </a:prstGeom>
        </p:spPr>
      </p:pic>
    </p:spTree>
    <p:extLst>
      <p:ext uri="{BB962C8B-B14F-4D97-AF65-F5344CB8AC3E}">
        <p14:creationId xmlns:p14="http://schemas.microsoft.com/office/powerpoint/2010/main" val="36486093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3A5139AC-544B-6CEC-9FCA-204BEFFE944A}"/>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A22D3667-5F28-7F5E-EE8F-53F49FE8AC0F}"/>
              </a:ext>
            </a:extLst>
          </p:cNvPr>
          <p:cNvSpPr txBox="1"/>
          <p:nvPr/>
        </p:nvSpPr>
        <p:spPr>
          <a:xfrm>
            <a:off x="681134" y="411634"/>
            <a:ext cx="7977673" cy="1631216"/>
          </a:xfrm>
          <a:prstGeom prst="rect">
            <a:avLst/>
          </a:prstGeom>
          <a:noFill/>
        </p:spPr>
        <p:txBody>
          <a:bodyPr wrap="square">
            <a:spAutoFit/>
          </a:bodyPr>
          <a:lstStyle/>
          <a:p>
            <a:pPr algn="just"/>
            <a:r>
              <a:rPr lang="es-ES" sz="2000" dirty="0"/>
              <a:t>Y dado que existe una regla general para saber el orden en que se realizan las operaciones, también debe existir una forma de alterar tal orden, del mismo modo que en matemáticas existen los paréntesis que permiten realizar antes una suma que una multiplicación.</a:t>
            </a:r>
          </a:p>
          <a:p>
            <a:pPr algn="just"/>
            <a:endParaRPr lang="es-ES" sz="2000" dirty="0"/>
          </a:p>
        </p:txBody>
      </p:sp>
      <p:pic>
        <p:nvPicPr>
          <p:cNvPr id="6" name="Imagen 5">
            <a:extLst>
              <a:ext uri="{FF2B5EF4-FFF2-40B4-BE49-F238E27FC236}">
                <a16:creationId xmlns:a16="http://schemas.microsoft.com/office/drawing/2014/main" id="{36DD0968-BBC4-2C5D-B796-690DB15611D6}"/>
              </a:ext>
            </a:extLst>
          </p:cNvPr>
          <p:cNvPicPr>
            <a:picLocks noChangeAspect="1"/>
          </p:cNvPicPr>
          <p:nvPr/>
        </p:nvPicPr>
        <p:blipFill>
          <a:blip r:embed="rId2"/>
          <a:stretch>
            <a:fillRect/>
          </a:stretch>
        </p:blipFill>
        <p:spPr>
          <a:xfrm>
            <a:off x="8250" y="1946805"/>
            <a:ext cx="9135750" cy="1228896"/>
          </a:xfrm>
          <a:prstGeom prst="rect">
            <a:avLst/>
          </a:prstGeom>
        </p:spPr>
      </p:pic>
      <p:sp>
        <p:nvSpPr>
          <p:cNvPr id="8" name="CuadroTexto 7">
            <a:extLst>
              <a:ext uri="{FF2B5EF4-FFF2-40B4-BE49-F238E27FC236}">
                <a16:creationId xmlns:a16="http://schemas.microsoft.com/office/drawing/2014/main" id="{45BEE8DF-5428-E4F4-3A5B-D4AD77A4EEDD}"/>
              </a:ext>
            </a:extLst>
          </p:cNvPr>
          <p:cNvSpPr txBox="1"/>
          <p:nvPr/>
        </p:nvSpPr>
        <p:spPr>
          <a:xfrm>
            <a:off x="681133" y="3270294"/>
            <a:ext cx="7977673" cy="1291059"/>
          </a:xfrm>
          <a:prstGeom prst="rect">
            <a:avLst/>
          </a:prstGeom>
          <a:noFill/>
        </p:spPr>
        <p:txBody>
          <a:bodyPr wrap="square">
            <a:spAutoFit/>
          </a:bodyPr>
          <a:lstStyle/>
          <a:p>
            <a:pPr>
              <a:lnSpc>
                <a:spcPct val="150000"/>
              </a:lnSpc>
            </a:pPr>
            <a:r>
              <a:rPr lang="es-ES" b="0" i="0" dirty="0">
                <a:solidFill>
                  <a:srgbClr val="000000"/>
                </a:solidFill>
                <a:effectLst/>
                <a:latin typeface="Arial" panose="020B0604020202020204" pitchFamily="34" charset="0"/>
              </a:rPr>
              <a:t>pero usar paréntesis implica que el contenido se ejecuta en una </a:t>
            </a:r>
            <a:r>
              <a:rPr lang="es-ES" b="0" i="1" dirty="0" err="1">
                <a:solidFill>
                  <a:srgbClr val="000000"/>
                </a:solidFill>
                <a:effectLst/>
                <a:latin typeface="Arial" panose="020B0604020202020204" pitchFamily="34" charset="0"/>
              </a:rPr>
              <a:t>subshell</a:t>
            </a:r>
            <a:r>
              <a:rPr lang="es-ES" b="0" i="0" dirty="0">
                <a:solidFill>
                  <a:srgbClr val="000000"/>
                </a:solidFill>
                <a:effectLst/>
                <a:latin typeface="Arial" panose="020B0604020202020204" pitchFamily="34" charset="0"/>
              </a:rPr>
              <a:t>, no en la </a:t>
            </a:r>
            <a:r>
              <a:rPr lang="es-ES" b="0" i="1" dirty="0" err="1">
                <a:solidFill>
                  <a:srgbClr val="000000"/>
                </a:solidFill>
                <a:effectLst/>
                <a:latin typeface="Arial" panose="020B0604020202020204" pitchFamily="34" charset="0"/>
              </a:rPr>
              <a:t>shell</a:t>
            </a:r>
            <a:r>
              <a:rPr lang="es-ES" b="0" i="0" dirty="0">
                <a:solidFill>
                  <a:srgbClr val="000000"/>
                </a:solidFill>
                <a:effectLst/>
                <a:latin typeface="Arial" panose="020B0604020202020204" pitchFamily="34" charset="0"/>
              </a:rPr>
              <a:t> principal. Para que todos los comandos se ejecuten en la misma </a:t>
            </a:r>
            <a:r>
              <a:rPr lang="es-ES" b="0" i="1" dirty="0" err="1">
                <a:solidFill>
                  <a:srgbClr val="000000"/>
                </a:solidFill>
                <a:effectLst/>
                <a:latin typeface="Arial" panose="020B0604020202020204" pitchFamily="34" charset="0"/>
              </a:rPr>
              <a:t>shell</a:t>
            </a:r>
            <a:r>
              <a:rPr lang="es-ES" b="0" i="0" dirty="0">
                <a:solidFill>
                  <a:srgbClr val="000000"/>
                </a:solidFill>
                <a:effectLst/>
                <a:latin typeface="Arial" panose="020B0604020202020204" pitchFamily="34" charset="0"/>
              </a:rPr>
              <a:t> deben usarse para agrupar las llaves:</a:t>
            </a:r>
            <a:endParaRPr lang="es-ES" dirty="0"/>
          </a:p>
        </p:txBody>
      </p:sp>
      <p:pic>
        <p:nvPicPr>
          <p:cNvPr id="10" name="Imagen 9">
            <a:extLst>
              <a:ext uri="{FF2B5EF4-FFF2-40B4-BE49-F238E27FC236}">
                <a16:creationId xmlns:a16="http://schemas.microsoft.com/office/drawing/2014/main" id="{9C32163C-C14E-31AD-500E-4BF66C62D48A}"/>
              </a:ext>
            </a:extLst>
          </p:cNvPr>
          <p:cNvPicPr>
            <a:picLocks noChangeAspect="1"/>
          </p:cNvPicPr>
          <p:nvPr/>
        </p:nvPicPr>
        <p:blipFill>
          <a:blip r:embed="rId3"/>
          <a:stretch>
            <a:fillRect/>
          </a:stretch>
        </p:blipFill>
        <p:spPr>
          <a:xfrm>
            <a:off x="8250" y="4655946"/>
            <a:ext cx="9069066" cy="571580"/>
          </a:xfrm>
          <a:prstGeom prst="rect">
            <a:avLst/>
          </a:prstGeom>
        </p:spPr>
      </p:pic>
    </p:spTree>
    <p:extLst>
      <p:ext uri="{BB962C8B-B14F-4D97-AF65-F5344CB8AC3E}">
        <p14:creationId xmlns:p14="http://schemas.microsoft.com/office/powerpoint/2010/main" val="29104345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41C439EB-DEBB-6865-42E5-555C24E34B72}"/>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9134B08C-D7E0-273B-A4D0-02F31450F69E}"/>
              </a:ext>
            </a:extLst>
          </p:cNvPr>
          <p:cNvSpPr txBox="1"/>
          <p:nvPr/>
        </p:nvSpPr>
        <p:spPr>
          <a:xfrm>
            <a:off x="839755" y="333183"/>
            <a:ext cx="4572000" cy="461665"/>
          </a:xfrm>
          <a:prstGeom prst="rect">
            <a:avLst/>
          </a:prstGeom>
          <a:noFill/>
        </p:spPr>
        <p:txBody>
          <a:bodyPr wrap="square">
            <a:spAutoFit/>
          </a:bodyPr>
          <a:lstStyle/>
          <a:p>
            <a:pPr algn="l"/>
            <a:r>
              <a:rPr lang="es-ES" sz="2400" b="0" i="0" dirty="0">
                <a:effectLst/>
                <a:latin typeface="Trebuchet MS" panose="020B0603020202020204" pitchFamily="34" charset="0"/>
              </a:rPr>
              <a:t>Espaciado</a:t>
            </a:r>
          </a:p>
        </p:txBody>
      </p:sp>
      <p:pic>
        <p:nvPicPr>
          <p:cNvPr id="6" name="Imagen 5">
            <a:extLst>
              <a:ext uri="{FF2B5EF4-FFF2-40B4-BE49-F238E27FC236}">
                <a16:creationId xmlns:a16="http://schemas.microsoft.com/office/drawing/2014/main" id="{AC2F2264-B9DB-C362-4AB1-B9D9DFE64A69}"/>
              </a:ext>
            </a:extLst>
          </p:cNvPr>
          <p:cNvPicPr>
            <a:picLocks noChangeAspect="1"/>
          </p:cNvPicPr>
          <p:nvPr/>
        </p:nvPicPr>
        <p:blipFill>
          <a:blip r:embed="rId2"/>
          <a:stretch>
            <a:fillRect/>
          </a:stretch>
        </p:blipFill>
        <p:spPr>
          <a:xfrm>
            <a:off x="42230" y="1237944"/>
            <a:ext cx="9059539" cy="4382112"/>
          </a:xfrm>
          <a:prstGeom prst="rect">
            <a:avLst/>
          </a:prstGeom>
        </p:spPr>
      </p:pic>
    </p:spTree>
    <p:extLst>
      <p:ext uri="{BB962C8B-B14F-4D97-AF65-F5344CB8AC3E}">
        <p14:creationId xmlns:p14="http://schemas.microsoft.com/office/powerpoint/2010/main" val="34195924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6F8EACE9-583E-7B24-2A47-7C4CA66912BB}"/>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E36A9AC0-89EB-4468-2380-79840AC9D2D9}"/>
              </a:ext>
            </a:extLst>
          </p:cNvPr>
          <p:cNvSpPr txBox="1"/>
          <p:nvPr/>
        </p:nvSpPr>
        <p:spPr>
          <a:xfrm>
            <a:off x="887812" y="211884"/>
            <a:ext cx="4572000" cy="523220"/>
          </a:xfrm>
          <a:prstGeom prst="rect">
            <a:avLst/>
          </a:prstGeom>
          <a:noFill/>
        </p:spPr>
        <p:txBody>
          <a:bodyPr wrap="square">
            <a:spAutoFit/>
          </a:bodyPr>
          <a:lstStyle/>
          <a:p>
            <a:r>
              <a:rPr lang="es-ES" sz="2800" b="1" dirty="0"/>
              <a:t>Historial</a:t>
            </a:r>
          </a:p>
        </p:txBody>
      </p:sp>
      <p:pic>
        <p:nvPicPr>
          <p:cNvPr id="6" name="Imagen 5">
            <a:extLst>
              <a:ext uri="{FF2B5EF4-FFF2-40B4-BE49-F238E27FC236}">
                <a16:creationId xmlns:a16="http://schemas.microsoft.com/office/drawing/2014/main" id="{BEF02B2F-9975-3323-5150-1D391755B573}"/>
              </a:ext>
            </a:extLst>
          </p:cNvPr>
          <p:cNvPicPr>
            <a:picLocks noChangeAspect="1"/>
          </p:cNvPicPr>
          <p:nvPr/>
        </p:nvPicPr>
        <p:blipFill>
          <a:blip r:embed="rId2"/>
          <a:stretch>
            <a:fillRect/>
          </a:stretch>
        </p:blipFill>
        <p:spPr>
          <a:xfrm>
            <a:off x="447870" y="858525"/>
            <a:ext cx="8472196" cy="5787591"/>
          </a:xfrm>
          <a:prstGeom prst="rect">
            <a:avLst/>
          </a:prstGeom>
        </p:spPr>
      </p:pic>
    </p:spTree>
    <p:extLst>
      <p:ext uri="{BB962C8B-B14F-4D97-AF65-F5344CB8AC3E}">
        <p14:creationId xmlns:p14="http://schemas.microsoft.com/office/powerpoint/2010/main" val="28944254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B3EDC75E-3ABE-B99A-F4CA-CA9A770477ED}"/>
              </a:ext>
            </a:extLst>
          </p:cNvPr>
          <p:cNvSpPr>
            <a:spLocks noGrp="1"/>
          </p:cNvSpPr>
          <p:nvPr>
            <p:ph type="ftr" sz="quarter" idx="11"/>
          </p:nvPr>
        </p:nvSpPr>
        <p:spPr/>
        <p:txBody>
          <a:bodyPr/>
          <a:lstStyle/>
          <a:p>
            <a:r>
              <a:rPr lang="es-ES"/>
              <a:t>Juan Marcelo Gutierrez M.</a:t>
            </a:r>
            <a:endParaRPr lang="es-ES" dirty="0"/>
          </a:p>
        </p:txBody>
      </p:sp>
      <p:pic>
        <p:nvPicPr>
          <p:cNvPr id="4" name="Imagen 3">
            <a:extLst>
              <a:ext uri="{FF2B5EF4-FFF2-40B4-BE49-F238E27FC236}">
                <a16:creationId xmlns:a16="http://schemas.microsoft.com/office/drawing/2014/main" id="{66C80518-4220-446B-7DE9-E18C0307FD21}"/>
              </a:ext>
            </a:extLst>
          </p:cNvPr>
          <p:cNvPicPr>
            <a:picLocks noChangeAspect="1"/>
          </p:cNvPicPr>
          <p:nvPr/>
        </p:nvPicPr>
        <p:blipFill>
          <a:blip r:embed="rId2"/>
          <a:stretch>
            <a:fillRect/>
          </a:stretch>
        </p:blipFill>
        <p:spPr>
          <a:xfrm>
            <a:off x="166072" y="1104703"/>
            <a:ext cx="8811855" cy="2819794"/>
          </a:xfrm>
          <a:prstGeom prst="rect">
            <a:avLst/>
          </a:prstGeom>
        </p:spPr>
      </p:pic>
    </p:spTree>
    <p:extLst>
      <p:ext uri="{BB962C8B-B14F-4D97-AF65-F5344CB8AC3E}">
        <p14:creationId xmlns:p14="http://schemas.microsoft.com/office/powerpoint/2010/main" val="9633591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5A8BB94C-797E-5E62-1EDC-94BF9E943393}"/>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59786D8D-B246-90C9-B0A8-4DFAA94488F8}"/>
              </a:ext>
            </a:extLst>
          </p:cNvPr>
          <p:cNvSpPr txBox="1"/>
          <p:nvPr/>
        </p:nvSpPr>
        <p:spPr>
          <a:xfrm>
            <a:off x="615821" y="0"/>
            <a:ext cx="8462864" cy="1706557"/>
          </a:xfrm>
          <a:prstGeom prst="rect">
            <a:avLst/>
          </a:prstGeom>
          <a:noFill/>
        </p:spPr>
        <p:txBody>
          <a:bodyPr wrap="square">
            <a:spAutoFit/>
          </a:bodyPr>
          <a:lstStyle/>
          <a:p>
            <a:pPr algn="just">
              <a:lnSpc>
                <a:spcPct val="150000"/>
              </a:lnSpc>
            </a:pPr>
            <a:r>
              <a:rPr lang="es-ES" b="0" i="0" dirty="0">
                <a:solidFill>
                  <a:srgbClr val="000000"/>
                </a:solidFill>
                <a:effectLst/>
                <a:latin typeface="Arial" panose="020B0604020202020204" pitchFamily="34" charset="0"/>
              </a:rPr>
              <a:t>Las expresiones anteriores ejecutan las órdenes completas, pero se pueden añadir dos puntos y, a continuación, expresar cuáles son los argumentos que se quieren repetir (el argumento </a:t>
            </a:r>
            <a:r>
              <a:rPr lang="es-ES" b="1" i="0" dirty="0">
                <a:solidFill>
                  <a:srgbClr val="000000"/>
                </a:solidFill>
                <a:effectLst/>
                <a:latin typeface="Arial" panose="020B0604020202020204" pitchFamily="34" charset="0"/>
              </a:rPr>
              <a:t>0</a:t>
            </a:r>
            <a:r>
              <a:rPr lang="es-ES" b="0" i="0" dirty="0">
                <a:solidFill>
                  <a:srgbClr val="000000"/>
                </a:solidFill>
                <a:effectLst/>
                <a:latin typeface="Arial" panose="020B0604020202020204" pitchFamily="34" charset="0"/>
              </a:rPr>
              <a:t> es el nombre del comando). Supongamos que ejecutamos lo siguiente:</a:t>
            </a:r>
            <a:endParaRPr lang="es-ES" dirty="0"/>
          </a:p>
        </p:txBody>
      </p:sp>
      <p:pic>
        <p:nvPicPr>
          <p:cNvPr id="6" name="Imagen 5">
            <a:extLst>
              <a:ext uri="{FF2B5EF4-FFF2-40B4-BE49-F238E27FC236}">
                <a16:creationId xmlns:a16="http://schemas.microsoft.com/office/drawing/2014/main" id="{D9AE4CD6-DDD5-574E-D43D-025C78A13C4A}"/>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615821" y="1706557"/>
            <a:ext cx="8020252" cy="4723686"/>
          </a:xfrm>
          <a:prstGeom prst="rect">
            <a:avLst/>
          </a:prstGeom>
        </p:spPr>
      </p:pic>
    </p:spTree>
    <p:extLst>
      <p:ext uri="{BB962C8B-B14F-4D97-AF65-F5344CB8AC3E}">
        <p14:creationId xmlns:p14="http://schemas.microsoft.com/office/powerpoint/2010/main" val="10142065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BF4A17B7-508D-1D39-63B1-37DC3239BB29}"/>
              </a:ext>
            </a:extLst>
          </p:cNvPr>
          <p:cNvSpPr>
            <a:spLocks noGrp="1"/>
          </p:cNvSpPr>
          <p:nvPr>
            <p:ph type="ftr" sz="quarter" idx="11"/>
          </p:nvPr>
        </p:nvSpPr>
        <p:spPr/>
        <p:txBody>
          <a:bodyPr/>
          <a:lstStyle/>
          <a:p>
            <a:r>
              <a:rPr lang="es-ES"/>
              <a:t>Juan Marcelo Gutierrez M.</a:t>
            </a:r>
            <a:endParaRPr lang="es-ES" dirty="0"/>
          </a:p>
        </p:txBody>
      </p:sp>
      <p:pic>
        <p:nvPicPr>
          <p:cNvPr id="4" name="Imagen 3">
            <a:extLst>
              <a:ext uri="{FF2B5EF4-FFF2-40B4-BE49-F238E27FC236}">
                <a16:creationId xmlns:a16="http://schemas.microsoft.com/office/drawing/2014/main" id="{FB8C8239-564C-0289-2576-EB2B3700F17B}"/>
              </a:ext>
            </a:extLst>
          </p:cNvPr>
          <p:cNvPicPr>
            <a:picLocks noChangeAspect="1"/>
          </p:cNvPicPr>
          <p:nvPr/>
        </p:nvPicPr>
        <p:blipFill>
          <a:blip r:embed="rId2"/>
          <a:stretch>
            <a:fillRect/>
          </a:stretch>
        </p:blipFill>
        <p:spPr>
          <a:xfrm>
            <a:off x="132728" y="345754"/>
            <a:ext cx="8878539" cy="4334480"/>
          </a:xfrm>
          <a:prstGeom prst="rect">
            <a:avLst/>
          </a:prstGeom>
        </p:spPr>
      </p:pic>
      <p:pic>
        <p:nvPicPr>
          <p:cNvPr id="6" name="Imagen 5">
            <a:extLst>
              <a:ext uri="{FF2B5EF4-FFF2-40B4-BE49-F238E27FC236}">
                <a16:creationId xmlns:a16="http://schemas.microsoft.com/office/drawing/2014/main" id="{F85655C4-0971-79CD-43F4-C1C35A56A49D}"/>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871358" y="4793097"/>
            <a:ext cx="7401277" cy="1699778"/>
          </a:xfrm>
          <a:prstGeom prst="rect">
            <a:avLst/>
          </a:prstGeom>
        </p:spPr>
      </p:pic>
    </p:spTree>
    <p:extLst>
      <p:ext uri="{BB962C8B-B14F-4D97-AF65-F5344CB8AC3E}">
        <p14:creationId xmlns:p14="http://schemas.microsoft.com/office/powerpoint/2010/main" val="9323077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5C69BBEE-9875-DA2B-F943-E0FDD3D4BE08}"/>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575714CC-E7D6-A65B-6ACA-E50746021B39}"/>
              </a:ext>
            </a:extLst>
          </p:cNvPr>
          <p:cNvSpPr txBox="1"/>
          <p:nvPr/>
        </p:nvSpPr>
        <p:spPr>
          <a:xfrm>
            <a:off x="1018441" y="295861"/>
            <a:ext cx="4572000" cy="523220"/>
          </a:xfrm>
          <a:prstGeom prst="rect">
            <a:avLst/>
          </a:prstGeom>
          <a:noFill/>
        </p:spPr>
        <p:txBody>
          <a:bodyPr wrap="square">
            <a:spAutoFit/>
          </a:bodyPr>
          <a:lstStyle/>
          <a:p>
            <a:r>
              <a:rPr lang="es-ES" sz="2800" b="1" dirty="0"/>
              <a:t>Comodines</a:t>
            </a:r>
          </a:p>
        </p:txBody>
      </p:sp>
      <p:pic>
        <p:nvPicPr>
          <p:cNvPr id="6" name="Imagen 5">
            <a:extLst>
              <a:ext uri="{FF2B5EF4-FFF2-40B4-BE49-F238E27FC236}">
                <a16:creationId xmlns:a16="http://schemas.microsoft.com/office/drawing/2014/main" id="{B747A4F6-169F-BB4D-5172-B73798B4B93F}"/>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61256" y="1516032"/>
            <a:ext cx="8882743" cy="3079487"/>
          </a:xfrm>
          <a:prstGeom prst="rect">
            <a:avLst/>
          </a:prstGeom>
        </p:spPr>
      </p:pic>
    </p:spTree>
    <p:extLst>
      <p:ext uri="{BB962C8B-B14F-4D97-AF65-F5344CB8AC3E}">
        <p14:creationId xmlns:p14="http://schemas.microsoft.com/office/powerpoint/2010/main" val="16553071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0888C2AB-CC71-0B63-0C7A-B64F376B09FD}"/>
              </a:ext>
            </a:extLst>
          </p:cNvPr>
          <p:cNvSpPr>
            <a:spLocks noGrp="1"/>
          </p:cNvSpPr>
          <p:nvPr>
            <p:ph type="ftr" sz="quarter" idx="11"/>
          </p:nvPr>
        </p:nvSpPr>
        <p:spPr/>
        <p:txBody>
          <a:bodyPr/>
          <a:lstStyle/>
          <a:p>
            <a:r>
              <a:rPr lang="es-ES"/>
              <a:t>Juan Marcelo Gutierrez M.</a:t>
            </a:r>
            <a:endParaRPr lang="es-ES" dirty="0"/>
          </a:p>
        </p:txBody>
      </p:sp>
      <p:pic>
        <p:nvPicPr>
          <p:cNvPr id="4" name="Imagen 3">
            <a:extLst>
              <a:ext uri="{FF2B5EF4-FFF2-40B4-BE49-F238E27FC236}">
                <a16:creationId xmlns:a16="http://schemas.microsoft.com/office/drawing/2014/main" id="{9B436CEC-910A-393A-5EE8-B10177445F1F}"/>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27994" y="1094656"/>
            <a:ext cx="8688012" cy="3343742"/>
          </a:xfrm>
          <a:prstGeom prst="rect">
            <a:avLst/>
          </a:prstGeom>
        </p:spPr>
      </p:pic>
    </p:spTree>
    <p:extLst>
      <p:ext uri="{BB962C8B-B14F-4D97-AF65-F5344CB8AC3E}">
        <p14:creationId xmlns:p14="http://schemas.microsoft.com/office/powerpoint/2010/main" val="606994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060EF2E9-FAE7-3AF2-53D5-1CA26149942A}"/>
              </a:ext>
            </a:extLst>
          </p:cNvPr>
          <p:cNvSpPr>
            <a:spLocks noGrp="1"/>
          </p:cNvSpPr>
          <p:nvPr>
            <p:ph type="ftr" sz="quarter" idx="11"/>
          </p:nvPr>
        </p:nvSpPr>
        <p:spPr/>
        <p:txBody>
          <a:bodyPr/>
          <a:lstStyle/>
          <a:p>
            <a:r>
              <a:rPr lang="es-ES"/>
              <a:t>Juan Marcelo Gutierrez M.</a:t>
            </a:r>
            <a:endParaRPr lang="es-ES" dirty="0"/>
          </a:p>
        </p:txBody>
      </p:sp>
      <p:pic>
        <p:nvPicPr>
          <p:cNvPr id="4" name="Imagen 3">
            <a:extLst>
              <a:ext uri="{FF2B5EF4-FFF2-40B4-BE49-F238E27FC236}">
                <a16:creationId xmlns:a16="http://schemas.microsoft.com/office/drawing/2014/main" id="{A50B5648-A233-6FBD-1396-653DE6D24319}"/>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0" y="2079576"/>
            <a:ext cx="9144000" cy="2698848"/>
          </a:xfrm>
          <a:prstGeom prst="rect">
            <a:avLst/>
          </a:prstGeom>
        </p:spPr>
      </p:pic>
    </p:spTree>
    <p:extLst>
      <p:ext uri="{BB962C8B-B14F-4D97-AF65-F5344CB8AC3E}">
        <p14:creationId xmlns:p14="http://schemas.microsoft.com/office/powerpoint/2010/main" val="22739180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C5030249-2CDF-C196-D4FF-C5E327045F74}"/>
              </a:ext>
            </a:extLst>
          </p:cNvPr>
          <p:cNvSpPr>
            <a:spLocks noGrp="1"/>
          </p:cNvSpPr>
          <p:nvPr>
            <p:ph type="ftr" sz="quarter" idx="11"/>
          </p:nvPr>
        </p:nvSpPr>
        <p:spPr/>
        <p:txBody>
          <a:bodyPr/>
          <a:lstStyle/>
          <a:p>
            <a:r>
              <a:rPr lang="es-ES"/>
              <a:t>Juan Marcelo Gutierrez M.</a:t>
            </a:r>
            <a:endParaRPr lang="es-ES" dirty="0"/>
          </a:p>
        </p:txBody>
      </p:sp>
      <p:pic>
        <p:nvPicPr>
          <p:cNvPr id="4" name="Imagen 3">
            <a:extLst>
              <a:ext uri="{FF2B5EF4-FFF2-40B4-BE49-F238E27FC236}">
                <a16:creationId xmlns:a16="http://schemas.microsoft.com/office/drawing/2014/main" id="{210BCD1B-A98D-5480-2F28-56D7B17468C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4262" y="794778"/>
            <a:ext cx="8495476" cy="5268443"/>
          </a:xfrm>
          <a:prstGeom prst="rect">
            <a:avLst/>
          </a:prstGeom>
        </p:spPr>
      </p:pic>
    </p:spTree>
    <p:extLst>
      <p:ext uri="{BB962C8B-B14F-4D97-AF65-F5344CB8AC3E}">
        <p14:creationId xmlns:p14="http://schemas.microsoft.com/office/powerpoint/2010/main" val="19065344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4FD10A61-BF3E-A4CF-BA54-67DAEC475C90}"/>
              </a:ext>
            </a:extLst>
          </p:cNvPr>
          <p:cNvSpPr>
            <a:spLocks noGrp="1"/>
          </p:cNvSpPr>
          <p:nvPr>
            <p:ph type="ftr" sz="quarter" idx="11"/>
          </p:nvPr>
        </p:nvSpPr>
        <p:spPr/>
        <p:txBody>
          <a:bodyPr/>
          <a:lstStyle/>
          <a:p>
            <a:r>
              <a:rPr lang="es-ES"/>
              <a:t>Juan Marcelo Gutierrez M.</a:t>
            </a:r>
            <a:endParaRPr lang="es-ES" dirty="0"/>
          </a:p>
        </p:txBody>
      </p:sp>
      <p:pic>
        <p:nvPicPr>
          <p:cNvPr id="4" name="Imagen 3">
            <a:extLst>
              <a:ext uri="{FF2B5EF4-FFF2-40B4-BE49-F238E27FC236}">
                <a16:creationId xmlns:a16="http://schemas.microsoft.com/office/drawing/2014/main" id="{D1AB118A-B8AA-68A0-F3D0-10A9C9DA1743}"/>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3177" y="1342734"/>
            <a:ext cx="9097645" cy="4172532"/>
          </a:xfrm>
          <a:prstGeom prst="rect">
            <a:avLst/>
          </a:prstGeom>
        </p:spPr>
      </p:pic>
    </p:spTree>
    <p:extLst>
      <p:ext uri="{BB962C8B-B14F-4D97-AF65-F5344CB8AC3E}">
        <p14:creationId xmlns:p14="http://schemas.microsoft.com/office/powerpoint/2010/main" val="3969394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D33A7E97-6E98-90B9-A4C9-E65036C41799}"/>
              </a:ext>
            </a:extLst>
          </p:cNvPr>
          <p:cNvSpPr>
            <a:spLocks noGrp="1"/>
          </p:cNvSpPr>
          <p:nvPr>
            <p:ph type="ftr" sz="quarter" idx="11"/>
          </p:nvPr>
        </p:nvSpPr>
        <p:spPr/>
        <p:txBody>
          <a:bodyPr/>
          <a:lstStyle/>
          <a:p>
            <a:r>
              <a:rPr lang="es-ES"/>
              <a:t>Juan Marcelo Gutierrez M.</a:t>
            </a:r>
            <a:endParaRPr lang="es-ES" dirty="0"/>
          </a:p>
        </p:txBody>
      </p:sp>
      <p:pic>
        <p:nvPicPr>
          <p:cNvPr id="4" name="Imagen 3">
            <a:extLst>
              <a:ext uri="{FF2B5EF4-FFF2-40B4-BE49-F238E27FC236}">
                <a16:creationId xmlns:a16="http://schemas.microsoft.com/office/drawing/2014/main" id="{2B43286C-5DA9-0674-7EC5-AA1EF3ED50A1}"/>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494523" y="651325"/>
            <a:ext cx="7968342" cy="5913348"/>
          </a:xfrm>
          <a:prstGeom prst="rect">
            <a:avLst/>
          </a:prstGeom>
        </p:spPr>
      </p:pic>
      <p:sp>
        <p:nvSpPr>
          <p:cNvPr id="6" name="CuadroTexto 5">
            <a:extLst>
              <a:ext uri="{FF2B5EF4-FFF2-40B4-BE49-F238E27FC236}">
                <a16:creationId xmlns:a16="http://schemas.microsoft.com/office/drawing/2014/main" id="{B52F5EB0-8CC7-265F-77D8-988B491C69CB}"/>
              </a:ext>
            </a:extLst>
          </p:cNvPr>
          <p:cNvSpPr txBox="1"/>
          <p:nvPr/>
        </p:nvSpPr>
        <p:spPr>
          <a:xfrm>
            <a:off x="895739" y="173332"/>
            <a:ext cx="4572000" cy="461665"/>
          </a:xfrm>
          <a:prstGeom prst="rect">
            <a:avLst/>
          </a:prstGeom>
          <a:noFill/>
        </p:spPr>
        <p:txBody>
          <a:bodyPr wrap="square">
            <a:spAutoFit/>
          </a:bodyPr>
          <a:lstStyle/>
          <a:p>
            <a:pPr algn="l"/>
            <a:r>
              <a:rPr lang="es-ES" sz="2400" b="1" i="0" dirty="0">
                <a:effectLst/>
                <a:latin typeface="Trebuchet MS" panose="020B0603020202020204" pitchFamily="34" charset="0"/>
              </a:rPr>
              <a:t>Variables predefinidas</a:t>
            </a:r>
          </a:p>
        </p:txBody>
      </p:sp>
    </p:spTree>
    <p:extLst>
      <p:ext uri="{BB962C8B-B14F-4D97-AF65-F5344CB8AC3E}">
        <p14:creationId xmlns:p14="http://schemas.microsoft.com/office/powerpoint/2010/main" val="40364064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E30132D4-CD96-32A0-B2C0-EB28A8C7444C}"/>
              </a:ext>
            </a:extLst>
          </p:cNvPr>
          <p:cNvSpPr>
            <a:spLocks noGrp="1"/>
          </p:cNvSpPr>
          <p:nvPr>
            <p:ph type="ftr" sz="quarter" idx="11"/>
          </p:nvPr>
        </p:nvSpPr>
        <p:spPr/>
        <p:txBody>
          <a:bodyPr/>
          <a:lstStyle/>
          <a:p>
            <a:r>
              <a:rPr lang="es-ES"/>
              <a:t>Juan Marcelo Gutierrez M.</a:t>
            </a:r>
            <a:endParaRPr lang="es-ES" dirty="0"/>
          </a:p>
        </p:txBody>
      </p:sp>
      <p:pic>
        <p:nvPicPr>
          <p:cNvPr id="4" name="Imagen 3">
            <a:extLst>
              <a:ext uri="{FF2B5EF4-FFF2-40B4-BE49-F238E27FC236}">
                <a16:creationId xmlns:a16="http://schemas.microsoft.com/office/drawing/2014/main" id="{4D1B3E84-6940-B2F4-D16C-8F42C5A099B5}"/>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27994" y="952154"/>
            <a:ext cx="8688012" cy="4953691"/>
          </a:xfrm>
          <a:prstGeom prst="rect">
            <a:avLst/>
          </a:prstGeom>
        </p:spPr>
      </p:pic>
    </p:spTree>
    <p:extLst>
      <p:ext uri="{BB962C8B-B14F-4D97-AF65-F5344CB8AC3E}">
        <p14:creationId xmlns:p14="http://schemas.microsoft.com/office/powerpoint/2010/main" val="22176944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3489DB5E-33DB-498D-C43D-2585505D8D18}"/>
              </a:ext>
            </a:extLst>
          </p:cNvPr>
          <p:cNvSpPr>
            <a:spLocks noGrp="1"/>
          </p:cNvSpPr>
          <p:nvPr>
            <p:ph type="ftr" sz="quarter" idx="11"/>
          </p:nvPr>
        </p:nvSpPr>
        <p:spPr/>
        <p:txBody>
          <a:bodyPr/>
          <a:lstStyle/>
          <a:p>
            <a:r>
              <a:rPr lang="es-ES"/>
              <a:t>Juan Marcelo Gutierrez M.</a:t>
            </a:r>
            <a:endParaRPr lang="es-ES" dirty="0"/>
          </a:p>
        </p:txBody>
      </p:sp>
      <p:sp>
        <p:nvSpPr>
          <p:cNvPr id="4" name="CuadroTexto 3">
            <a:extLst>
              <a:ext uri="{FF2B5EF4-FFF2-40B4-BE49-F238E27FC236}">
                <a16:creationId xmlns:a16="http://schemas.microsoft.com/office/drawing/2014/main" id="{0093B232-C723-152B-A914-34C48F555CB7}"/>
              </a:ext>
            </a:extLst>
          </p:cNvPr>
          <p:cNvSpPr txBox="1"/>
          <p:nvPr/>
        </p:nvSpPr>
        <p:spPr>
          <a:xfrm>
            <a:off x="783771" y="305191"/>
            <a:ext cx="4572000" cy="461665"/>
          </a:xfrm>
          <a:prstGeom prst="rect">
            <a:avLst/>
          </a:prstGeom>
          <a:noFill/>
        </p:spPr>
        <p:txBody>
          <a:bodyPr wrap="square">
            <a:spAutoFit/>
          </a:bodyPr>
          <a:lstStyle/>
          <a:p>
            <a:pPr algn="l"/>
            <a:r>
              <a:rPr lang="es-ES" sz="2400" b="0" i="0" dirty="0">
                <a:effectLst/>
                <a:latin typeface="Trebuchet MS" panose="020B0603020202020204" pitchFamily="34" charset="0"/>
              </a:rPr>
              <a:t>Variables de usuario</a:t>
            </a:r>
          </a:p>
        </p:txBody>
      </p:sp>
      <p:grpSp>
        <p:nvGrpSpPr>
          <p:cNvPr id="8" name="Grupo 7">
            <a:extLst>
              <a:ext uri="{FF2B5EF4-FFF2-40B4-BE49-F238E27FC236}">
                <a16:creationId xmlns:a16="http://schemas.microsoft.com/office/drawing/2014/main" id="{3256D2E3-0F1F-FA76-909C-49F1AE518CA9}"/>
              </a:ext>
            </a:extLst>
          </p:cNvPr>
          <p:cNvGrpSpPr/>
          <p:nvPr/>
        </p:nvGrpSpPr>
        <p:grpSpPr>
          <a:xfrm>
            <a:off x="0" y="981075"/>
            <a:ext cx="9144000" cy="4895850"/>
            <a:chOff x="0" y="981075"/>
            <a:chExt cx="9144000" cy="4895850"/>
          </a:xfrm>
        </p:grpSpPr>
        <p:pic>
          <p:nvPicPr>
            <p:cNvPr id="6" name="Imagen 5">
              <a:extLst>
                <a:ext uri="{FF2B5EF4-FFF2-40B4-BE49-F238E27FC236}">
                  <a16:creationId xmlns:a16="http://schemas.microsoft.com/office/drawing/2014/main" id="{14B850BE-289E-DB61-4ACE-0463A12F6274}"/>
                </a:ext>
              </a:extLst>
            </p:cNvPr>
            <p:cNvPicPr>
              <a:picLocks noChangeAspect="1"/>
            </p:cNvPicPr>
            <p:nvPr/>
          </p:nvPicPr>
          <p:blipFill>
            <a:blip r:embed="rId2"/>
            <a:stretch>
              <a:fillRect/>
            </a:stretch>
          </p:blipFill>
          <p:spPr>
            <a:xfrm>
              <a:off x="0" y="981075"/>
              <a:ext cx="9144000" cy="4895850"/>
            </a:xfrm>
            <a:prstGeom prst="rect">
              <a:avLst/>
            </a:prstGeom>
          </p:spPr>
        </p:pic>
        <p:sp>
          <p:nvSpPr>
            <p:cNvPr id="7" name="Rectángulo 6">
              <a:extLst>
                <a:ext uri="{FF2B5EF4-FFF2-40B4-BE49-F238E27FC236}">
                  <a16:creationId xmlns:a16="http://schemas.microsoft.com/office/drawing/2014/main" id="{ACA4FFB4-57BF-4358-4134-E0BA6365BEFD}"/>
                </a:ext>
              </a:extLst>
            </p:cNvPr>
            <p:cNvSpPr/>
            <p:nvPr/>
          </p:nvSpPr>
          <p:spPr>
            <a:xfrm>
              <a:off x="4758612" y="5598367"/>
              <a:ext cx="3041780" cy="278558"/>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Tree>
    <p:extLst>
      <p:ext uri="{BB962C8B-B14F-4D97-AF65-F5344CB8AC3E}">
        <p14:creationId xmlns:p14="http://schemas.microsoft.com/office/powerpoint/2010/main" val="40185957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8645BF19-30DB-F3C8-01A6-F50FBB31078B}"/>
              </a:ext>
            </a:extLst>
          </p:cNvPr>
          <p:cNvSpPr>
            <a:spLocks noGrp="1"/>
          </p:cNvSpPr>
          <p:nvPr>
            <p:ph type="ftr" sz="quarter" idx="11"/>
          </p:nvPr>
        </p:nvSpPr>
        <p:spPr/>
        <p:txBody>
          <a:bodyPr/>
          <a:lstStyle/>
          <a:p>
            <a:r>
              <a:rPr lang="es-ES"/>
              <a:t>Juan Marcelo Gutierrez M.</a:t>
            </a:r>
            <a:endParaRPr lang="es-ES" dirty="0"/>
          </a:p>
        </p:txBody>
      </p:sp>
      <p:pic>
        <p:nvPicPr>
          <p:cNvPr id="4" name="Imagen 3">
            <a:extLst>
              <a:ext uri="{FF2B5EF4-FFF2-40B4-BE49-F238E27FC236}">
                <a16:creationId xmlns:a16="http://schemas.microsoft.com/office/drawing/2014/main" id="{8B452A0C-819F-C4CE-D5CF-6F783EDF56D3}"/>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690466" y="0"/>
            <a:ext cx="8210341" cy="6517748"/>
          </a:xfrm>
          <a:prstGeom prst="rect">
            <a:avLst/>
          </a:prstGeom>
        </p:spPr>
      </p:pic>
    </p:spTree>
    <p:extLst>
      <p:ext uri="{BB962C8B-B14F-4D97-AF65-F5344CB8AC3E}">
        <p14:creationId xmlns:p14="http://schemas.microsoft.com/office/powerpoint/2010/main" val="24870261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618DD566-8276-6077-4694-6D1A22BF45D5}"/>
              </a:ext>
            </a:extLst>
          </p:cNvPr>
          <p:cNvSpPr>
            <a:spLocks noGrp="1"/>
          </p:cNvSpPr>
          <p:nvPr>
            <p:ph type="ftr" sz="quarter" idx="11"/>
          </p:nvPr>
        </p:nvSpPr>
        <p:spPr/>
        <p:txBody>
          <a:bodyPr/>
          <a:lstStyle/>
          <a:p>
            <a:r>
              <a:rPr lang="es-ES"/>
              <a:t>Juan Marcelo Gutierrez M.</a:t>
            </a:r>
            <a:endParaRPr lang="es-ES" dirty="0"/>
          </a:p>
        </p:txBody>
      </p:sp>
      <p:pic>
        <p:nvPicPr>
          <p:cNvPr id="4" name="Imagen 3">
            <a:extLst>
              <a:ext uri="{FF2B5EF4-FFF2-40B4-BE49-F238E27FC236}">
                <a16:creationId xmlns:a16="http://schemas.microsoft.com/office/drawing/2014/main" id="{FB341738-EDA0-EDE7-5D08-0FFA5DE2E276}"/>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94651" y="552048"/>
            <a:ext cx="8754697" cy="5753903"/>
          </a:xfrm>
          <a:prstGeom prst="rect">
            <a:avLst/>
          </a:prstGeom>
        </p:spPr>
      </p:pic>
    </p:spTree>
    <p:extLst>
      <p:ext uri="{BB962C8B-B14F-4D97-AF65-F5344CB8AC3E}">
        <p14:creationId xmlns:p14="http://schemas.microsoft.com/office/powerpoint/2010/main" val="11418285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9AF23581-F10E-98FA-E755-73A1847FDCC3}"/>
              </a:ext>
            </a:extLst>
          </p:cNvPr>
          <p:cNvSpPr>
            <a:spLocks noGrp="1"/>
          </p:cNvSpPr>
          <p:nvPr>
            <p:ph type="ftr" sz="quarter" idx="11"/>
          </p:nvPr>
        </p:nvSpPr>
        <p:spPr/>
        <p:txBody>
          <a:bodyPr/>
          <a:lstStyle/>
          <a:p>
            <a:r>
              <a:rPr lang="es-ES"/>
              <a:t>Juan Marcelo Gutierrez M.</a:t>
            </a:r>
            <a:endParaRPr lang="es-ES" dirty="0"/>
          </a:p>
        </p:txBody>
      </p:sp>
      <p:pic>
        <p:nvPicPr>
          <p:cNvPr id="4" name="Imagen 3">
            <a:extLst>
              <a:ext uri="{FF2B5EF4-FFF2-40B4-BE49-F238E27FC236}">
                <a16:creationId xmlns:a16="http://schemas.microsoft.com/office/drawing/2014/main" id="{AF04FC91-26C4-3C3E-431F-EA681E2EFBBE}"/>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480057" y="410546"/>
            <a:ext cx="8216074" cy="6074967"/>
          </a:xfrm>
          <a:prstGeom prst="rect">
            <a:avLst/>
          </a:prstGeom>
        </p:spPr>
      </p:pic>
    </p:spTree>
    <p:extLst>
      <p:ext uri="{BB962C8B-B14F-4D97-AF65-F5344CB8AC3E}">
        <p14:creationId xmlns:p14="http://schemas.microsoft.com/office/powerpoint/2010/main" val="234184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8B73B27F-3BFA-D81E-2CE6-73D7230FB0D2}"/>
              </a:ext>
            </a:extLst>
          </p:cNvPr>
          <p:cNvSpPr>
            <a:spLocks noGrp="1"/>
          </p:cNvSpPr>
          <p:nvPr>
            <p:ph type="ftr" sz="quarter" idx="11"/>
          </p:nvPr>
        </p:nvSpPr>
        <p:spPr/>
        <p:txBody>
          <a:bodyPr/>
          <a:lstStyle/>
          <a:p>
            <a:r>
              <a:rPr lang="es-ES"/>
              <a:t>Juan Marcelo Gutierrez M.</a:t>
            </a:r>
            <a:endParaRPr lang="es-ES" dirty="0"/>
          </a:p>
        </p:txBody>
      </p:sp>
      <p:sp>
        <p:nvSpPr>
          <p:cNvPr id="8" name="CuadroTexto 7">
            <a:extLst>
              <a:ext uri="{FF2B5EF4-FFF2-40B4-BE49-F238E27FC236}">
                <a16:creationId xmlns:a16="http://schemas.microsoft.com/office/drawing/2014/main" id="{2F2E49CD-AE68-367F-60D6-6A05127361E0}"/>
              </a:ext>
            </a:extLst>
          </p:cNvPr>
          <p:cNvSpPr txBox="1"/>
          <p:nvPr/>
        </p:nvSpPr>
        <p:spPr>
          <a:xfrm>
            <a:off x="428625" y="5436542"/>
            <a:ext cx="6640945" cy="461665"/>
          </a:xfrm>
          <a:prstGeom prst="rect">
            <a:avLst/>
          </a:prstGeom>
          <a:noFill/>
        </p:spPr>
        <p:txBody>
          <a:bodyPr wrap="square" rtlCol="0">
            <a:spAutoFit/>
          </a:bodyPr>
          <a:lstStyle/>
          <a:p>
            <a:r>
              <a:rPr lang="es-ES" sz="2400" b="1" dirty="0">
                <a:solidFill>
                  <a:srgbClr val="FF0000"/>
                </a:solidFill>
              </a:rPr>
              <a:t>¡Gracias por tu atención!</a:t>
            </a:r>
          </a:p>
        </p:txBody>
      </p:sp>
    </p:spTree>
    <p:extLst>
      <p:ext uri="{BB962C8B-B14F-4D97-AF65-F5344CB8AC3E}">
        <p14:creationId xmlns:p14="http://schemas.microsoft.com/office/powerpoint/2010/main" val="4217334412"/>
      </p:ext>
    </p:extLst>
  </p:cSld>
  <p:clrMapOvr>
    <a:masterClrMapping/>
  </p:clrMapOvr>
</p:sld>
</file>

<file path=ppt/theme/theme1.xml><?xml version="1.0" encoding="utf-8"?>
<a:theme xmlns:a="http://schemas.openxmlformats.org/drawingml/2006/main" name="Una sola línea">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3329044_TF56180624_Win32" id="{CCF276C0-2FDF-463F-B45D-4EDBA039C896}" vid="{7446774B-3392-4AFF-ADF4-7FE1E36E5286}"/>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64CF2EF3-001F-4BE9-81B3-86ECBBF942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2BC90D6-94CF-42F7-AAC4-9CF6824C54D5}">
  <ds:schemaRefs>
    <ds:schemaRef ds:uri="http://schemas.microsoft.com/sharepoint/v3/contenttype/forms"/>
  </ds:schemaRefs>
</ds:datastoreItem>
</file>

<file path=customXml/itemProps3.xml><?xml version="1.0" encoding="utf-8"?>
<ds:datastoreItem xmlns:ds="http://schemas.openxmlformats.org/officeDocument/2006/customXml" ds:itemID="{7F97B18F-50BC-4F30-8373-93489E845F83}">
  <ds:schemaRefs>
    <ds:schemaRef ds:uri="http://purl.org/dc/terms/"/>
    <ds:schemaRef ds:uri="http://schemas.microsoft.com/office/infopath/2007/PartnerControls"/>
    <ds:schemaRef ds:uri="http://schemas.openxmlformats.org/package/2006/metadata/core-properties"/>
    <ds:schemaRef ds:uri="http://schemas.microsoft.com/office/2006/metadata/properties"/>
    <ds:schemaRef ds:uri="http://www.w3.org/XML/1998/namespace"/>
    <ds:schemaRef ds:uri="230e9df3-be65-4c73-a93b-d1236ebd677e"/>
    <ds:schemaRef ds:uri="http://purl.org/dc/elements/1.1/"/>
    <ds:schemaRef ds:uri="http://schemas.microsoft.com/office/2006/documentManagement/types"/>
    <ds:schemaRef ds:uri="16c05727-aa75-4e4a-9b5f-8a80a1165891"/>
    <ds:schemaRef ds:uri="71af3243-3dd4-4a8d-8c0d-dd76da1f02a5"/>
    <ds:schemaRef ds:uri="http://schemas.microsoft.com/sharepoint/v3"/>
    <ds:schemaRef ds:uri="http://purl.org/dc/dcmitype/"/>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Presentación de ventas minimalista tenue</Template>
  <TotalTime>2224</TotalTime>
  <Words>3082</Words>
  <Application>Microsoft Office PowerPoint</Application>
  <PresentationFormat>Presentación en pantalla (4:3)</PresentationFormat>
  <Paragraphs>336</Paragraphs>
  <Slides>52</Slides>
  <Notes>12</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52</vt:i4>
      </vt:variant>
    </vt:vector>
  </HeadingPairs>
  <TitlesOfParts>
    <vt:vector size="60" baseType="lpstr">
      <vt:lpstr>Arial</vt:lpstr>
      <vt:lpstr>Calibri</vt:lpstr>
      <vt:lpstr>Courier New</vt:lpstr>
      <vt:lpstr>Tenorite</vt:lpstr>
      <vt:lpstr>Times New Roman</vt:lpstr>
      <vt:lpstr>Trebuchet MS</vt:lpstr>
      <vt:lpstr>Wingdings</vt:lpstr>
      <vt:lpstr>Una sola línea</vt:lpstr>
      <vt:lpstr>LINUX</vt:lpstr>
      <vt:lpstr>Brevísima introducción al Linux</vt:lpstr>
      <vt:lpstr>GNU/Linux</vt:lpstr>
      <vt:lpstr>GNU/Linux: Ventanas</vt:lpstr>
      <vt:lpstr>GNU/Linux: La consola</vt:lpstr>
      <vt:lpstr>GNU/Linux</vt:lpstr>
      <vt:lpstr>Otros conceptos de Linux: Usuarios</vt:lpstr>
      <vt:lpstr>Otros conceptos de Linux: Ficheros</vt:lpstr>
      <vt:lpstr>Otros conceptos Linux: Comandos</vt:lpstr>
      <vt:lpstr>Directorios en Linux</vt:lpstr>
      <vt:lpstr>Ficheros en Linux</vt:lpstr>
      <vt:lpstr>Ficheros en Linux - Permisos</vt:lpstr>
      <vt:lpstr>Otros comandos útiles de Linux</vt:lpstr>
      <vt:lpstr>Presentación de PowerPoint</vt:lpstr>
      <vt:lpstr>Editores en Linux</vt:lpstr>
      <vt:lpstr>Resumen de comandos básicos en Linux</vt:lpstr>
      <vt:lpstr>Presentación de PowerPoint</vt:lpstr>
      <vt:lpstr>Más comandos Linux</vt:lpstr>
      <vt:lpstr>Sistema de ficheros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Introducción a POO</dc:title>
  <dc:creator>mañana</dc:creator>
  <cp:lastModifiedBy>user01</cp:lastModifiedBy>
  <cp:revision>150</cp:revision>
  <dcterms:created xsi:type="dcterms:W3CDTF">2024-02-29T12:33:11Z</dcterms:created>
  <dcterms:modified xsi:type="dcterms:W3CDTF">2024-10-29T09:09:06Z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